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4C3BE3-990B-4515-B750-7CDA7D0F8F6A}" type="doc">
      <dgm:prSet loTypeId="urn:microsoft.com/office/officeart/2005/8/layout/process4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pt-BR"/>
        </a:p>
      </dgm:t>
    </dgm:pt>
    <dgm:pt modelId="{105F12D2-54CE-4CC9-9CDE-D62F847FD982}">
      <dgm:prSet phldrT="[Texto]" custT="1"/>
      <dgm:spPr/>
      <dgm:t>
        <a:bodyPr/>
        <a:lstStyle/>
        <a:p>
          <a:pPr>
            <a:buNone/>
          </a:pPr>
          <a:r>
            <a:rPr lang="pt-BR" sz="2000" b="1" dirty="0">
              <a:solidFill>
                <a:srgbClr val="00B050"/>
              </a:solidFill>
            </a:rPr>
            <a:t>Buscar</a:t>
          </a:r>
          <a:endParaRPr lang="pt-BR" sz="2000" dirty="0">
            <a:solidFill>
              <a:srgbClr val="00B050"/>
            </a:solidFill>
          </a:endParaRPr>
        </a:p>
      </dgm:t>
    </dgm:pt>
    <dgm:pt modelId="{D71F818C-4DD1-400C-82DE-120F4AE8B10C}" type="parTrans" cxnId="{FC869DFE-40F7-44A5-B6BC-0BF5689AE916}">
      <dgm:prSet/>
      <dgm:spPr/>
      <dgm:t>
        <a:bodyPr/>
        <a:lstStyle/>
        <a:p>
          <a:endParaRPr lang="pt-BR"/>
        </a:p>
      </dgm:t>
    </dgm:pt>
    <dgm:pt modelId="{837B63A4-67FD-4359-BED8-EB117069059F}" type="sibTrans" cxnId="{FC869DFE-40F7-44A5-B6BC-0BF5689AE916}">
      <dgm:prSet/>
      <dgm:spPr/>
      <dgm:t>
        <a:bodyPr/>
        <a:lstStyle/>
        <a:p>
          <a:endParaRPr lang="pt-BR"/>
        </a:p>
      </dgm:t>
    </dgm:pt>
    <dgm:pt modelId="{02CA3072-EE11-4900-9090-6DE51D25A727}">
      <dgm:prSet phldrT="[Texto]" custT="1"/>
      <dgm:spPr/>
      <dgm:t>
        <a:bodyPr/>
        <a:lstStyle/>
        <a:p>
          <a:pPr>
            <a:buNone/>
          </a:pPr>
          <a:r>
            <a:rPr lang="pt-BR" sz="1600" b="1" dirty="0">
              <a:solidFill>
                <a:srgbClr val="00B050"/>
              </a:solidFill>
            </a:rPr>
            <a:t>Decodificar</a:t>
          </a:r>
          <a:endParaRPr lang="pt-BR" sz="1600" dirty="0">
            <a:solidFill>
              <a:srgbClr val="00B050"/>
            </a:solidFill>
          </a:endParaRPr>
        </a:p>
      </dgm:t>
    </dgm:pt>
    <dgm:pt modelId="{A93F2DB9-D7F6-41CB-9C22-EAF7B1A0FD63}" type="parTrans" cxnId="{2A0970F9-503C-491C-A6A2-5B201F7E67CA}">
      <dgm:prSet/>
      <dgm:spPr/>
      <dgm:t>
        <a:bodyPr/>
        <a:lstStyle/>
        <a:p>
          <a:endParaRPr lang="pt-BR"/>
        </a:p>
      </dgm:t>
    </dgm:pt>
    <dgm:pt modelId="{7DB832D5-269C-42FA-8956-1AB60553A91A}" type="sibTrans" cxnId="{2A0970F9-503C-491C-A6A2-5B201F7E67CA}">
      <dgm:prSet/>
      <dgm:spPr/>
      <dgm:t>
        <a:bodyPr/>
        <a:lstStyle/>
        <a:p>
          <a:endParaRPr lang="pt-BR"/>
        </a:p>
      </dgm:t>
    </dgm:pt>
    <dgm:pt modelId="{F0170AF5-7D83-499B-AE49-0CCC3682F1FB}">
      <dgm:prSet phldrT="[Texto]" custT="1"/>
      <dgm:spPr/>
      <dgm:t>
        <a:bodyPr/>
        <a:lstStyle/>
        <a:p>
          <a:pPr>
            <a:buNone/>
          </a:pPr>
          <a:r>
            <a:rPr lang="pt-BR" sz="2000" b="1" dirty="0">
              <a:solidFill>
                <a:srgbClr val="00B050"/>
              </a:solidFill>
            </a:rPr>
            <a:t>Executar</a:t>
          </a:r>
          <a:endParaRPr lang="pt-BR" sz="2000" dirty="0">
            <a:solidFill>
              <a:srgbClr val="00B050"/>
            </a:solidFill>
          </a:endParaRPr>
        </a:p>
      </dgm:t>
    </dgm:pt>
    <dgm:pt modelId="{014A3C65-717D-41D2-A23B-A5BE966EA779}" type="parTrans" cxnId="{27399845-A396-4735-9A33-1A1841026D20}">
      <dgm:prSet/>
      <dgm:spPr/>
      <dgm:t>
        <a:bodyPr/>
        <a:lstStyle/>
        <a:p>
          <a:endParaRPr lang="pt-BR"/>
        </a:p>
      </dgm:t>
    </dgm:pt>
    <dgm:pt modelId="{9E34038E-D2B2-42CA-A537-3EE67B9EE6AE}" type="sibTrans" cxnId="{27399845-A396-4735-9A33-1A1841026D20}">
      <dgm:prSet/>
      <dgm:spPr/>
      <dgm:t>
        <a:bodyPr/>
        <a:lstStyle/>
        <a:p>
          <a:endParaRPr lang="pt-BR"/>
        </a:p>
      </dgm:t>
    </dgm:pt>
    <dgm:pt modelId="{E9D5FE82-8CEF-43B8-ADC3-52753CB0B6EF}">
      <dgm:prSet custT="1"/>
      <dgm:spPr/>
      <dgm:t>
        <a:bodyPr/>
        <a:lstStyle/>
        <a:p>
          <a:pPr>
            <a:buNone/>
          </a:pPr>
          <a:r>
            <a:rPr lang="pt-BR" sz="2000" dirty="0"/>
            <a:t>A CPU busca a próxima instrução na memória RAM.</a:t>
          </a:r>
        </a:p>
      </dgm:t>
    </dgm:pt>
    <dgm:pt modelId="{1A02339A-A247-4853-98A5-51D74402DB18}" type="parTrans" cxnId="{C873204F-57BA-44B2-811A-919F6628DD17}">
      <dgm:prSet/>
      <dgm:spPr/>
      <dgm:t>
        <a:bodyPr/>
        <a:lstStyle/>
        <a:p>
          <a:endParaRPr lang="pt-BR"/>
        </a:p>
      </dgm:t>
    </dgm:pt>
    <dgm:pt modelId="{AF7F33F2-0E42-4197-8E55-C2D939C4BCBA}" type="sibTrans" cxnId="{C873204F-57BA-44B2-811A-919F6628DD17}">
      <dgm:prSet/>
      <dgm:spPr/>
      <dgm:t>
        <a:bodyPr/>
        <a:lstStyle/>
        <a:p>
          <a:endParaRPr lang="pt-BR"/>
        </a:p>
      </dgm:t>
    </dgm:pt>
    <dgm:pt modelId="{32760F16-E242-4B1A-8FF5-EF78A3FEFA4C}">
      <dgm:prSet custT="1"/>
      <dgm:spPr/>
      <dgm:t>
        <a:bodyPr/>
        <a:lstStyle/>
        <a:p>
          <a:pPr>
            <a:buNone/>
          </a:pPr>
          <a:r>
            <a:rPr lang="pt-BR" sz="2000" dirty="0"/>
            <a:t>A instrução é interpretada, permitindo que a CPU entenda qual operação deve ser realizada.</a:t>
          </a:r>
        </a:p>
      </dgm:t>
    </dgm:pt>
    <dgm:pt modelId="{B8ECCD5A-55A5-468C-B753-94AE11983455}" type="parTrans" cxnId="{37E87FBD-B6D1-4B0A-9B21-AB0B5117CF2D}">
      <dgm:prSet/>
      <dgm:spPr/>
      <dgm:t>
        <a:bodyPr/>
        <a:lstStyle/>
        <a:p>
          <a:endParaRPr lang="pt-BR"/>
        </a:p>
      </dgm:t>
    </dgm:pt>
    <dgm:pt modelId="{2EB0893A-B069-4E8F-854A-309EF625FAC2}" type="sibTrans" cxnId="{37E87FBD-B6D1-4B0A-9B21-AB0B5117CF2D}">
      <dgm:prSet/>
      <dgm:spPr/>
      <dgm:t>
        <a:bodyPr/>
        <a:lstStyle/>
        <a:p>
          <a:endParaRPr lang="pt-BR"/>
        </a:p>
      </dgm:t>
    </dgm:pt>
    <dgm:pt modelId="{D1AB29C3-6037-4C87-880D-0C0BC0C57712}">
      <dgm:prSet custT="1"/>
      <dgm:spPr/>
      <dgm:t>
        <a:bodyPr/>
        <a:lstStyle/>
        <a:p>
          <a:pPr>
            <a:buNone/>
          </a:pPr>
          <a:r>
            <a:rPr lang="pt-BR" sz="2000" dirty="0"/>
            <a:t>A CPU executa a instrução, realizando cálculos, comparações ou outras operações.</a:t>
          </a:r>
        </a:p>
      </dgm:t>
    </dgm:pt>
    <dgm:pt modelId="{4AD3448C-987C-4E44-BC95-E1670D18F11D}" type="parTrans" cxnId="{876E9588-3B7A-4B85-863C-64AEF58ED845}">
      <dgm:prSet/>
      <dgm:spPr/>
      <dgm:t>
        <a:bodyPr/>
        <a:lstStyle/>
        <a:p>
          <a:endParaRPr lang="pt-BR"/>
        </a:p>
      </dgm:t>
    </dgm:pt>
    <dgm:pt modelId="{BF80EED7-A85E-474D-A5DD-A55F17B2C9A3}" type="sibTrans" cxnId="{876E9588-3B7A-4B85-863C-64AEF58ED845}">
      <dgm:prSet/>
      <dgm:spPr/>
      <dgm:t>
        <a:bodyPr/>
        <a:lstStyle/>
        <a:p>
          <a:endParaRPr lang="pt-BR"/>
        </a:p>
      </dgm:t>
    </dgm:pt>
    <dgm:pt modelId="{E9D9DAAF-6B85-4EFB-AC76-3EF388E80000}" type="pres">
      <dgm:prSet presAssocID="{F04C3BE3-990B-4515-B750-7CDA7D0F8F6A}" presName="Name0" presStyleCnt="0">
        <dgm:presLayoutVars>
          <dgm:dir/>
          <dgm:animLvl val="lvl"/>
          <dgm:resizeHandles val="exact"/>
        </dgm:presLayoutVars>
      </dgm:prSet>
      <dgm:spPr/>
    </dgm:pt>
    <dgm:pt modelId="{27DF4EE5-9DD2-4921-AC3D-F3459201592D}" type="pres">
      <dgm:prSet presAssocID="{F0170AF5-7D83-499B-AE49-0CCC3682F1FB}" presName="boxAndChildren" presStyleCnt="0"/>
      <dgm:spPr/>
    </dgm:pt>
    <dgm:pt modelId="{8F8915F9-D5F7-4616-9B77-D56D8E5D58AE}" type="pres">
      <dgm:prSet presAssocID="{F0170AF5-7D83-499B-AE49-0CCC3682F1FB}" presName="parentTextBox" presStyleLbl="node1" presStyleIdx="0" presStyleCnt="3"/>
      <dgm:spPr/>
    </dgm:pt>
    <dgm:pt modelId="{9CFC6F9C-CB71-410E-9C67-5E6D6FE5D2CF}" type="pres">
      <dgm:prSet presAssocID="{F0170AF5-7D83-499B-AE49-0CCC3682F1FB}" presName="entireBox" presStyleLbl="node1" presStyleIdx="0" presStyleCnt="3" custLinFactNeighborX="13060"/>
      <dgm:spPr/>
    </dgm:pt>
    <dgm:pt modelId="{E1CFF654-8E6D-4A8C-A79D-A25C716C2248}" type="pres">
      <dgm:prSet presAssocID="{F0170AF5-7D83-499B-AE49-0CCC3682F1FB}" presName="descendantBox" presStyleCnt="0"/>
      <dgm:spPr/>
    </dgm:pt>
    <dgm:pt modelId="{0D0D1286-5781-4789-8F22-47356D08587E}" type="pres">
      <dgm:prSet presAssocID="{D1AB29C3-6037-4C87-880D-0C0BC0C57712}" presName="childTextBox" presStyleLbl="fgAccFollowNode1" presStyleIdx="0" presStyleCnt="3">
        <dgm:presLayoutVars>
          <dgm:bulletEnabled val="1"/>
        </dgm:presLayoutVars>
      </dgm:prSet>
      <dgm:spPr/>
    </dgm:pt>
    <dgm:pt modelId="{DF17C386-E9CA-43F0-B568-D1E08D5297FD}" type="pres">
      <dgm:prSet presAssocID="{7DB832D5-269C-42FA-8956-1AB60553A91A}" presName="sp" presStyleCnt="0"/>
      <dgm:spPr/>
    </dgm:pt>
    <dgm:pt modelId="{95BDF1D9-2095-45C1-ACDB-BC84BDBC1A3B}" type="pres">
      <dgm:prSet presAssocID="{02CA3072-EE11-4900-9090-6DE51D25A727}" presName="arrowAndChildren" presStyleCnt="0"/>
      <dgm:spPr/>
    </dgm:pt>
    <dgm:pt modelId="{C2E28ADE-34E7-4E17-BFFD-589F45B3C57E}" type="pres">
      <dgm:prSet presAssocID="{02CA3072-EE11-4900-9090-6DE51D25A727}" presName="parentTextArrow" presStyleLbl="node1" presStyleIdx="0" presStyleCnt="3"/>
      <dgm:spPr/>
    </dgm:pt>
    <dgm:pt modelId="{AA9486F6-F72B-4628-BC24-01AB7E596BA2}" type="pres">
      <dgm:prSet presAssocID="{02CA3072-EE11-4900-9090-6DE51D25A727}" presName="arrow" presStyleLbl="node1" presStyleIdx="1" presStyleCnt="3" custLinFactNeighborX="3172"/>
      <dgm:spPr/>
    </dgm:pt>
    <dgm:pt modelId="{EE1E8119-026B-4B33-BC0A-786214FFAF96}" type="pres">
      <dgm:prSet presAssocID="{02CA3072-EE11-4900-9090-6DE51D25A727}" presName="descendantArrow" presStyleCnt="0"/>
      <dgm:spPr/>
    </dgm:pt>
    <dgm:pt modelId="{B9F93EBE-4B86-4852-8D1F-153CB2250C9F}" type="pres">
      <dgm:prSet presAssocID="{32760F16-E242-4B1A-8FF5-EF78A3FEFA4C}" presName="childTextArrow" presStyleLbl="fgAccFollowNode1" presStyleIdx="1" presStyleCnt="3">
        <dgm:presLayoutVars>
          <dgm:bulletEnabled val="1"/>
        </dgm:presLayoutVars>
      </dgm:prSet>
      <dgm:spPr/>
    </dgm:pt>
    <dgm:pt modelId="{26CB79BA-F270-48E8-881F-AAA9B2DDEB50}" type="pres">
      <dgm:prSet presAssocID="{837B63A4-67FD-4359-BED8-EB117069059F}" presName="sp" presStyleCnt="0"/>
      <dgm:spPr/>
    </dgm:pt>
    <dgm:pt modelId="{B4510BD3-9B0F-44E9-A079-D6D832420185}" type="pres">
      <dgm:prSet presAssocID="{105F12D2-54CE-4CC9-9CDE-D62F847FD982}" presName="arrowAndChildren" presStyleCnt="0"/>
      <dgm:spPr/>
    </dgm:pt>
    <dgm:pt modelId="{C2FA31E6-12CB-4980-A67B-50BD8E7E1692}" type="pres">
      <dgm:prSet presAssocID="{105F12D2-54CE-4CC9-9CDE-D62F847FD982}" presName="parentTextArrow" presStyleLbl="node1" presStyleIdx="1" presStyleCnt="3"/>
      <dgm:spPr/>
    </dgm:pt>
    <dgm:pt modelId="{415C9BAE-7012-4A49-8B80-82E03EFEF30D}" type="pres">
      <dgm:prSet presAssocID="{105F12D2-54CE-4CC9-9CDE-D62F847FD982}" presName="arrow" presStyleLbl="node1" presStyleIdx="2" presStyleCnt="3" custLinFactNeighborX="4851" custLinFactNeighborY="-14549"/>
      <dgm:spPr/>
    </dgm:pt>
    <dgm:pt modelId="{DF87F2BE-8D2A-4560-AE1F-A723F28FD588}" type="pres">
      <dgm:prSet presAssocID="{105F12D2-54CE-4CC9-9CDE-D62F847FD982}" presName="descendantArrow" presStyleCnt="0"/>
      <dgm:spPr/>
    </dgm:pt>
    <dgm:pt modelId="{973FD51B-71F8-4878-A6C2-256030C465EA}" type="pres">
      <dgm:prSet presAssocID="{E9D5FE82-8CEF-43B8-ADC3-52753CB0B6EF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19983413-3D8A-4D45-9426-592A3EF5DA55}" type="presOf" srcId="{105F12D2-54CE-4CC9-9CDE-D62F847FD982}" destId="{415C9BAE-7012-4A49-8B80-82E03EFEF30D}" srcOrd="1" destOrd="0" presId="urn:microsoft.com/office/officeart/2005/8/layout/process4"/>
    <dgm:cxn modelId="{DEA4681C-438C-4C44-AF69-D24C2BC0B3A6}" type="presOf" srcId="{E9D5FE82-8CEF-43B8-ADC3-52753CB0B6EF}" destId="{973FD51B-71F8-4878-A6C2-256030C465EA}" srcOrd="0" destOrd="0" presId="urn:microsoft.com/office/officeart/2005/8/layout/process4"/>
    <dgm:cxn modelId="{E3BF3627-DFE1-45FB-9F88-6E22D3429ED5}" type="presOf" srcId="{F04C3BE3-990B-4515-B750-7CDA7D0F8F6A}" destId="{E9D9DAAF-6B85-4EFB-AC76-3EF388E80000}" srcOrd="0" destOrd="0" presId="urn:microsoft.com/office/officeart/2005/8/layout/process4"/>
    <dgm:cxn modelId="{27399845-A396-4735-9A33-1A1841026D20}" srcId="{F04C3BE3-990B-4515-B750-7CDA7D0F8F6A}" destId="{F0170AF5-7D83-499B-AE49-0CCC3682F1FB}" srcOrd="2" destOrd="0" parTransId="{014A3C65-717D-41D2-A23B-A5BE966EA779}" sibTransId="{9E34038E-D2B2-42CA-A537-3EE67B9EE6AE}"/>
    <dgm:cxn modelId="{C873204F-57BA-44B2-811A-919F6628DD17}" srcId="{105F12D2-54CE-4CC9-9CDE-D62F847FD982}" destId="{E9D5FE82-8CEF-43B8-ADC3-52753CB0B6EF}" srcOrd="0" destOrd="0" parTransId="{1A02339A-A247-4853-98A5-51D74402DB18}" sibTransId="{AF7F33F2-0E42-4197-8E55-C2D939C4BCBA}"/>
    <dgm:cxn modelId="{5125BA7E-51CD-4ED4-BE3A-1D5A81D7F2EF}" type="presOf" srcId="{F0170AF5-7D83-499B-AE49-0CCC3682F1FB}" destId="{8F8915F9-D5F7-4616-9B77-D56D8E5D58AE}" srcOrd="0" destOrd="0" presId="urn:microsoft.com/office/officeart/2005/8/layout/process4"/>
    <dgm:cxn modelId="{ABBF2E87-F5A7-4E1B-8218-346F1B51B19A}" type="presOf" srcId="{D1AB29C3-6037-4C87-880D-0C0BC0C57712}" destId="{0D0D1286-5781-4789-8F22-47356D08587E}" srcOrd="0" destOrd="0" presId="urn:microsoft.com/office/officeart/2005/8/layout/process4"/>
    <dgm:cxn modelId="{876E9588-3B7A-4B85-863C-64AEF58ED845}" srcId="{F0170AF5-7D83-499B-AE49-0CCC3682F1FB}" destId="{D1AB29C3-6037-4C87-880D-0C0BC0C57712}" srcOrd="0" destOrd="0" parTransId="{4AD3448C-987C-4E44-BC95-E1670D18F11D}" sibTransId="{BF80EED7-A85E-474D-A5DD-A55F17B2C9A3}"/>
    <dgm:cxn modelId="{12523A89-900C-430F-99D5-FA72C519F9F0}" type="presOf" srcId="{02CA3072-EE11-4900-9090-6DE51D25A727}" destId="{AA9486F6-F72B-4628-BC24-01AB7E596BA2}" srcOrd="1" destOrd="0" presId="urn:microsoft.com/office/officeart/2005/8/layout/process4"/>
    <dgm:cxn modelId="{B00CC8A6-5221-426B-A80A-AF638A4FCC12}" type="presOf" srcId="{F0170AF5-7D83-499B-AE49-0CCC3682F1FB}" destId="{9CFC6F9C-CB71-410E-9C67-5E6D6FE5D2CF}" srcOrd="1" destOrd="0" presId="urn:microsoft.com/office/officeart/2005/8/layout/process4"/>
    <dgm:cxn modelId="{1D519DAA-7C80-47E9-814F-86D027B698CD}" type="presOf" srcId="{105F12D2-54CE-4CC9-9CDE-D62F847FD982}" destId="{C2FA31E6-12CB-4980-A67B-50BD8E7E1692}" srcOrd="0" destOrd="0" presId="urn:microsoft.com/office/officeart/2005/8/layout/process4"/>
    <dgm:cxn modelId="{37E87FBD-B6D1-4B0A-9B21-AB0B5117CF2D}" srcId="{02CA3072-EE11-4900-9090-6DE51D25A727}" destId="{32760F16-E242-4B1A-8FF5-EF78A3FEFA4C}" srcOrd="0" destOrd="0" parTransId="{B8ECCD5A-55A5-468C-B753-94AE11983455}" sibTransId="{2EB0893A-B069-4E8F-854A-309EF625FAC2}"/>
    <dgm:cxn modelId="{95692CE6-C6E0-4D1D-BB9E-23E69826DCB1}" type="presOf" srcId="{32760F16-E242-4B1A-8FF5-EF78A3FEFA4C}" destId="{B9F93EBE-4B86-4852-8D1F-153CB2250C9F}" srcOrd="0" destOrd="0" presId="urn:microsoft.com/office/officeart/2005/8/layout/process4"/>
    <dgm:cxn modelId="{F4C07EEC-C448-4724-B8EE-135451143848}" type="presOf" srcId="{02CA3072-EE11-4900-9090-6DE51D25A727}" destId="{C2E28ADE-34E7-4E17-BFFD-589F45B3C57E}" srcOrd="0" destOrd="0" presId="urn:microsoft.com/office/officeart/2005/8/layout/process4"/>
    <dgm:cxn modelId="{2A0970F9-503C-491C-A6A2-5B201F7E67CA}" srcId="{F04C3BE3-990B-4515-B750-7CDA7D0F8F6A}" destId="{02CA3072-EE11-4900-9090-6DE51D25A727}" srcOrd="1" destOrd="0" parTransId="{A93F2DB9-D7F6-41CB-9C22-EAF7B1A0FD63}" sibTransId="{7DB832D5-269C-42FA-8956-1AB60553A91A}"/>
    <dgm:cxn modelId="{FC869DFE-40F7-44A5-B6BC-0BF5689AE916}" srcId="{F04C3BE3-990B-4515-B750-7CDA7D0F8F6A}" destId="{105F12D2-54CE-4CC9-9CDE-D62F847FD982}" srcOrd="0" destOrd="0" parTransId="{D71F818C-4DD1-400C-82DE-120F4AE8B10C}" sibTransId="{837B63A4-67FD-4359-BED8-EB117069059F}"/>
    <dgm:cxn modelId="{94D561A9-C0FB-4294-B066-27F24AF636B5}" type="presParOf" srcId="{E9D9DAAF-6B85-4EFB-AC76-3EF388E80000}" destId="{27DF4EE5-9DD2-4921-AC3D-F3459201592D}" srcOrd="0" destOrd="0" presId="urn:microsoft.com/office/officeart/2005/8/layout/process4"/>
    <dgm:cxn modelId="{0879647A-99B7-4C29-989E-87046A4F20BE}" type="presParOf" srcId="{27DF4EE5-9DD2-4921-AC3D-F3459201592D}" destId="{8F8915F9-D5F7-4616-9B77-D56D8E5D58AE}" srcOrd="0" destOrd="0" presId="urn:microsoft.com/office/officeart/2005/8/layout/process4"/>
    <dgm:cxn modelId="{E9C07517-E0E6-4D5F-846A-148166BF4A4C}" type="presParOf" srcId="{27DF4EE5-9DD2-4921-AC3D-F3459201592D}" destId="{9CFC6F9C-CB71-410E-9C67-5E6D6FE5D2CF}" srcOrd="1" destOrd="0" presId="urn:microsoft.com/office/officeart/2005/8/layout/process4"/>
    <dgm:cxn modelId="{DDF9FF6F-C53D-4207-854E-900A90F473E8}" type="presParOf" srcId="{27DF4EE5-9DD2-4921-AC3D-F3459201592D}" destId="{E1CFF654-8E6D-4A8C-A79D-A25C716C2248}" srcOrd="2" destOrd="0" presId="urn:microsoft.com/office/officeart/2005/8/layout/process4"/>
    <dgm:cxn modelId="{32CBBD40-C47E-430C-BAF1-C583F8370E53}" type="presParOf" srcId="{E1CFF654-8E6D-4A8C-A79D-A25C716C2248}" destId="{0D0D1286-5781-4789-8F22-47356D08587E}" srcOrd="0" destOrd="0" presId="urn:microsoft.com/office/officeart/2005/8/layout/process4"/>
    <dgm:cxn modelId="{E451C2F9-38CB-4614-90F9-50A225A5086C}" type="presParOf" srcId="{E9D9DAAF-6B85-4EFB-AC76-3EF388E80000}" destId="{DF17C386-E9CA-43F0-B568-D1E08D5297FD}" srcOrd="1" destOrd="0" presId="urn:microsoft.com/office/officeart/2005/8/layout/process4"/>
    <dgm:cxn modelId="{41D22093-795A-479D-9856-991CD0C230DF}" type="presParOf" srcId="{E9D9DAAF-6B85-4EFB-AC76-3EF388E80000}" destId="{95BDF1D9-2095-45C1-ACDB-BC84BDBC1A3B}" srcOrd="2" destOrd="0" presId="urn:microsoft.com/office/officeart/2005/8/layout/process4"/>
    <dgm:cxn modelId="{C84FCBE8-600B-4ADC-958D-F4442B609895}" type="presParOf" srcId="{95BDF1D9-2095-45C1-ACDB-BC84BDBC1A3B}" destId="{C2E28ADE-34E7-4E17-BFFD-589F45B3C57E}" srcOrd="0" destOrd="0" presId="urn:microsoft.com/office/officeart/2005/8/layout/process4"/>
    <dgm:cxn modelId="{6C34CA88-E1FC-40F7-9808-30AA5D7D6CC8}" type="presParOf" srcId="{95BDF1D9-2095-45C1-ACDB-BC84BDBC1A3B}" destId="{AA9486F6-F72B-4628-BC24-01AB7E596BA2}" srcOrd="1" destOrd="0" presId="urn:microsoft.com/office/officeart/2005/8/layout/process4"/>
    <dgm:cxn modelId="{BFC7DB34-D839-4A56-9B5B-035B91AC7441}" type="presParOf" srcId="{95BDF1D9-2095-45C1-ACDB-BC84BDBC1A3B}" destId="{EE1E8119-026B-4B33-BC0A-786214FFAF96}" srcOrd="2" destOrd="0" presId="urn:microsoft.com/office/officeart/2005/8/layout/process4"/>
    <dgm:cxn modelId="{26148240-B1F7-4CB6-B560-8776046D983F}" type="presParOf" srcId="{EE1E8119-026B-4B33-BC0A-786214FFAF96}" destId="{B9F93EBE-4B86-4852-8D1F-153CB2250C9F}" srcOrd="0" destOrd="0" presId="urn:microsoft.com/office/officeart/2005/8/layout/process4"/>
    <dgm:cxn modelId="{5EE04099-366C-4BB9-96D7-94AACB94B1E4}" type="presParOf" srcId="{E9D9DAAF-6B85-4EFB-AC76-3EF388E80000}" destId="{26CB79BA-F270-48E8-881F-AAA9B2DDEB50}" srcOrd="3" destOrd="0" presId="urn:microsoft.com/office/officeart/2005/8/layout/process4"/>
    <dgm:cxn modelId="{5C559847-DB04-4FF4-9F4B-04ECE3667179}" type="presParOf" srcId="{E9D9DAAF-6B85-4EFB-AC76-3EF388E80000}" destId="{B4510BD3-9B0F-44E9-A079-D6D832420185}" srcOrd="4" destOrd="0" presId="urn:microsoft.com/office/officeart/2005/8/layout/process4"/>
    <dgm:cxn modelId="{EF5376E3-4131-45D6-B72C-74B77E37D93B}" type="presParOf" srcId="{B4510BD3-9B0F-44E9-A079-D6D832420185}" destId="{C2FA31E6-12CB-4980-A67B-50BD8E7E1692}" srcOrd="0" destOrd="0" presId="urn:microsoft.com/office/officeart/2005/8/layout/process4"/>
    <dgm:cxn modelId="{A83EE02F-53B7-4033-8F5D-309B6973F301}" type="presParOf" srcId="{B4510BD3-9B0F-44E9-A079-D6D832420185}" destId="{415C9BAE-7012-4A49-8B80-82E03EFEF30D}" srcOrd="1" destOrd="0" presId="urn:microsoft.com/office/officeart/2005/8/layout/process4"/>
    <dgm:cxn modelId="{E76205D2-801C-458A-93E0-9142CAF3EB39}" type="presParOf" srcId="{B4510BD3-9B0F-44E9-A079-D6D832420185}" destId="{DF87F2BE-8D2A-4560-AE1F-A723F28FD588}" srcOrd="2" destOrd="0" presId="urn:microsoft.com/office/officeart/2005/8/layout/process4"/>
    <dgm:cxn modelId="{8B1F9829-8C3D-47E2-BA6E-9DCDA36DDAD3}" type="presParOf" srcId="{DF87F2BE-8D2A-4560-AE1F-A723F28FD588}" destId="{973FD51B-71F8-4878-A6C2-256030C465E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673C2C-6B79-405B-AC3A-AD74A9A39F7B}" type="doc">
      <dgm:prSet loTypeId="urn:microsoft.com/office/officeart/2005/8/layout/chevron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pt-BR"/>
        </a:p>
      </dgm:t>
    </dgm:pt>
    <dgm:pt modelId="{86788969-7B59-40A5-B7B3-F51988DD7AB6}">
      <dgm:prSet phldrT="[Texto]"/>
      <dgm:spPr/>
      <dgm:t>
        <a:bodyPr/>
        <a:lstStyle/>
        <a:p>
          <a:pPr>
            <a:buNone/>
          </a:pPr>
          <a:r>
            <a:rPr lang="pt-BR" dirty="0">
              <a:solidFill>
                <a:srgbClr val="00B050"/>
              </a:solidFill>
            </a:rPr>
            <a:t>Cache L1</a:t>
          </a:r>
        </a:p>
      </dgm:t>
    </dgm:pt>
    <dgm:pt modelId="{6A710C53-963C-42C5-983F-EA046EF81AE5}" type="parTrans" cxnId="{E2917C9B-6403-4541-A4A7-AEB9187A3D61}">
      <dgm:prSet/>
      <dgm:spPr/>
      <dgm:t>
        <a:bodyPr/>
        <a:lstStyle/>
        <a:p>
          <a:endParaRPr lang="pt-BR"/>
        </a:p>
      </dgm:t>
    </dgm:pt>
    <dgm:pt modelId="{052D14ED-1D28-4625-B3F1-BF9390601E11}" type="sibTrans" cxnId="{E2917C9B-6403-4541-A4A7-AEB9187A3D61}">
      <dgm:prSet/>
      <dgm:spPr/>
      <dgm:t>
        <a:bodyPr/>
        <a:lstStyle/>
        <a:p>
          <a:endParaRPr lang="pt-BR"/>
        </a:p>
      </dgm:t>
    </dgm:pt>
    <dgm:pt modelId="{2EE5589D-04AC-454D-85B6-4E23E71F5084}">
      <dgm:prSet phldrT="[Texto]"/>
      <dgm:spPr/>
      <dgm:t>
        <a:bodyPr/>
        <a:lstStyle/>
        <a:p>
          <a:pPr>
            <a:buNone/>
          </a:pPr>
          <a:r>
            <a:rPr lang="pt-BR" dirty="0">
              <a:solidFill>
                <a:srgbClr val="00B050"/>
              </a:solidFill>
            </a:rPr>
            <a:t>Cache L2</a:t>
          </a:r>
        </a:p>
      </dgm:t>
    </dgm:pt>
    <dgm:pt modelId="{26971286-88D1-4ADA-9A8B-E6FC59F55BB3}" type="parTrans" cxnId="{D8598DFF-EA18-4544-820C-DE92E52BC696}">
      <dgm:prSet/>
      <dgm:spPr/>
      <dgm:t>
        <a:bodyPr/>
        <a:lstStyle/>
        <a:p>
          <a:endParaRPr lang="pt-BR"/>
        </a:p>
      </dgm:t>
    </dgm:pt>
    <dgm:pt modelId="{97DF4AAA-8910-497F-B470-3556FF6FF425}" type="sibTrans" cxnId="{D8598DFF-EA18-4544-820C-DE92E52BC696}">
      <dgm:prSet/>
      <dgm:spPr/>
      <dgm:t>
        <a:bodyPr/>
        <a:lstStyle/>
        <a:p>
          <a:endParaRPr lang="pt-BR"/>
        </a:p>
      </dgm:t>
    </dgm:pt>
    <dgm:pt modelId="{1EEA12CF-336D-42FB-8D90-4C29EDFCFECE}">
      <dgm:prSet phldrT="[Texto]"/>
      <dgm:spPr/>
      <dgm:t>
        <a:bodyPr/>
        <a:lstStyle/>
        <a:p>
          <a:pPr>
            <a:buNone/>
          </a:pPr>
          <a:r>
            <a:rPr lang="pt-BR" dirty="0">
              <a:solidFill>
                <a:srgbClr val="00B050"/>
              </a:solidFill>
            </a:rPr>
            <a:t>Cache L3</a:t>
          </a:r>
        </a:p>
      </dgm:t>
    </dgm:pt>
    <dgm:pt modelId="{C6630388-0EB5-406D-BF66-C8D6465C1AE4}" type="parTrans" cxnId="{282E9932-8181-4B44-9771-265A8A13338F}">
      <dgm:prSet/>
      <dgm:spPr/>
      <dgm:t>
        <a:bodyPr/>
        <a:lstStyle/>
        <a:p>
          <a:endParaRPr lang="pt-BR"/>
        </a:p>
      </dgm:t>
    </dgm:pt>
    <dgm:pt modelId="{60D343C4-91F8-41DE-A13F-203EE5458C65}" type="sibTrans" cxnId="{282E9932-8181-4B44-9771-265A8A13338F}">
      <dgm:prSet/>
      <dgm:spPr/>
      <dgm:t>
        <a:bodyPr/>
        <a:lstStyle/>
        <a:p>
          <a:endParaRPr lang="pt-BR"/>
        </a:p>
      </dgm:t>
    </dgm:pt>
    <dgm:pt modelId="{0D3FDB51-E110-4D85-9CC4-CA72FBBB68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Menor e mais rápida </a:t>
          </a:r>
        </a:p>
      </dgm:t>
    </dgm:pt>
    <dgm:pt modelId="{B3EFBDD7-6000-41E7-B8FA-A657F905B517}" type="parTrans" cxnId="{7C1F68B1-BD8B-40E1-9F12-17402A545848}">
      <dgm:prSet/>
      <dgm:spPr/>
      <dgm:t>
        <a:bodyPr/>
        <a:lstStyle/>
        <a:p>
          <a:endParaRPr lang="pt-BR"/>
        </a:p>
      </dgm:t>
    </dgm:pt>
    <dgm:pt modelId="{626D6D4D-1A9C-481A-81E2-7A1462986E94}" type="sibTrans" cxnId="{7C1F68B1-BD8B-40E1-9F12-17402A545848}">
      <dgm:prSet/>
      <dgm:spPr/>
      <dgm:t>
        <a:bodyPr/>
        <a:lstStyle/>
        <a:p>
          <a:endParaRPr lang="pt-BR"/>
        </a:p>
      </dgm:t>
    </dgm:pt>
    <dgm:pt modelId="{1846F2FB-87A7-4AC3-988A-E353AB8B3CC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/>
            <a:t>Integrada diretamente aos núcleos </a:t>
          </a:r>
        </a:p>
      </dgm:t>
    </dgm:pt>
    <dgm:pt modelId="{9A8D9DF6-42E5-4F24-820B-833E99148995}" type="parTrans" cxnId="{3ED86849-0C47-4916-930E-69B43FF3324A}">
      <dgm:prSet/>
      <dgm:spPr/>
      <dgm:t>
        <a:bodyPr/>
        <a:lstStyle/>
        <a:p>
          <a:endParaRPr lang="pt-BR"/>
        </a:p>
      </dgm:t>
    </dgm:pt>
    <dgm:pt modelId="{BDDBF10A-326A-40E2-9D54-84D8820F3521}" type="sibTrans" cxnId="{3ED86849-0C47-4916-930E-69B43FF3324A}">
      <dgm:prSet/>
      <dgm:spPr/>
      <dgm:t>
        <a:bodyPr/>
        <a:lstStyle/>
        <a:p>
          <a:endParaRPr lang="pt-BR"/>
        </a:p>
      </dgm:t>
    </dgm:pt>
    <dgm:pt modelId="{F3F447B3-CFB1-463C-AA72-2FE7F710A4E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Tamanho: </a:t>
          </a:r>
          <a:r>
            <a:rPr lang="pt-BR" b="1" dirty="0"/>
            <a:t>32 KB a 64 KB</a:t>
          </a:r>
          <a:r>
            <a:rPr lang="pt-BR" dirty="0"/>
            <a:t> </a:t>
          </a:r>
        </a:p>
      </dgm:t>
    </dgm:pt>
    <dgm:pt modelId="{08478AFD-5A76-4C64-8652-6955BBFDDB35}" type="parTrans" cxnId="{1E07BE43-E7F4-469C-B591-A1FFC730D4C8}">
      <dgm:prSet/>
      <dgm:spPr/>
      <dgm:t>
        <a:bodyPr/>
        <a:lstStyle/>
        <a:p>
          <a:endParaRPr lang="pt-BR"/>
        </a:p>
      </dgm:t>
    </dgm:pt>
    <dgm:pt modelId="{966A66DB-06E6-40C1-B977-D59CB0A368D5}" type="sibTrans" cxnId="{1E07BE43-E7F4-469C-B591-A1FFC730D4C8}">
      <dgm:prSet/>
      <dgm:spPr/>
      <dgm:t>
        <a:bodyPr/>
        <a:lstStyle/>
        <a:p>
          <a:endParaRPr lang="pt-BR"/>
        </a:p>
      </dgm:t>
    </dgm:pt>
    <dgm:pt modelId="{BA835858-DD3F-42B7-A749-454B7C64D055}">
      <dgm:prSet/>
      <dgm:spPr/>
      <dgm:t>
        <a:bodyPr/>
        <a:lstStyle/>
        <a:p>
          <a:pPr>
            <a:buNone/>
          </a:pPr>
          <a:r>
            <a:rPr lang="pt-BR"/>
            <a:t>👉 Usada para dados e instruções mais imediatos da CPU.</a:t>
          </a:r>
        </a:p>
      </dgm:t>
    </dgm:pt>
    <dgm:pt modelId="{F2EDCCF8-19D1-4667-AC0A-CAADC9AA115B}" type="parTrans" cxnId="{D88576DA-5328-4652-A8EA-A3B47848157D}">
      <dgm:prSet/>
      <dgm:spPr/>
      <dgm:t>
        <a:bodyPr/>
        <a:lstStyle/>
        <a:p>
          <a:endParaRPr lang="pt-BR"/>
        </a:p>
      </dgm:t>
    </dgm:pt>
    <dgm:pt modelId="{3C2F6B44-7339-40F6-803B-A602C220E930}" type="sibTrans" cxnId="{D88576DA-5328-4652-A8EA-A3B47848157D}">
      <dgm:prSet/>
      <dgm:spPr/>
      <dgm:t>
        <a:bodyPr/>
        <a:lstStyle/>
        <a:p>
          <a:endParaRPr lang="pt-BR"/>
        </a:p>
      </dgm:t>
    </dgm:pt>
    <dgm:pt modelId="{24D27C9E-2085-4B08-9313-C5A80C65E35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Intermediária </a:t>
          </a:r>
        </a:p>
      </dgm:t>
    </dgm:pt>
    <dgm:pt modelId="{20F0A26B-F078-45E0-BB34-1ECEBC511653}" type="parTrans" cxnId="{170B08B6-5365-4B36-AC8F-F85AFFFD4AFA}">
      <dgm:prSet/>
      <dgm:spPr/>
      <dgm:t>
        <a:bodyPr/>
        <a:lstStyle/>
        <a:p>
          <a:endParaRPr lang="pt-BR"/>
        </a:p>
      </dgm:t>
    </dgm:pt>
    <dgm:pt modelId="{35A6BDD5-9478-4A5E-A84D-263EF289F5BF}" type="sibTrans" cxnId="{170B08B6-5365-4B36-AC8F-F85AFFFD4AFA}">
      <dgm:prSet/>
      <dgm:spPr/>
      <dgm:t>
        <a:bodyPr/>
        <a:lstStyle/>
        <a:p>
          <a:endParaRPr lang="pt-BR"/>
        </a:p>
      </dgm:t>
    </dgm:pt>
    <dgm:pt modelId="{18D77E03-0B32-404A-B544-21DFB21F44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/>
            <a:t>Tamanho: </a:t>
          </a:r>
          <a:r>
            <a:rPr lang="pt-BR" b="1"/>
            <a:t>256 KB a 1 MB por núcleo</a:t>
          </a:r>
          <a:r>
            <a:rPr lang="pt-BR"/>
            <a:t> </a:t>
          </a:r>
        </a:p>
      </dgm:t>
    </dgm:pt>
    <dgm:pt modelId="{7F11F4DD-73F6-48F2-9A83-CCE8631B9739}" type="parTrans" cxnId="{56AB5B27-FCCF-42C4-87BE-6A7C975B17F7}">
      <dgm:prSet/>
      <dgm:spPr/>
      <dgm:t>
        <a:bodyPr/>
        <a:lstStyle/>
        <a:p>
          <a:endParaRPr lang="pt-BR"/>
        </a:p>
      </dgm:t>
    </dgm:pt>
    <dgm:pt modelId="{9E2B8034-0ABE-4D0A-BEB0-37BE007FACF8}" type="sibTrans" cxnId="{56AB5B27-FCCF-42C4-87BE-6A7C975B17F7}">
      <dgm:prSet/>
      <dgm:spPr/>
      <dgm:t>
        <a:bodyPr/>
        <a:lstStyle/>
        <a:p>
          <a:endParaRPr lang="pt-BR"/>
        </a:p>
      </dgm:t>
    </dgm:pt>
    <dgm:pt modelId="{86136C5D-8F7A-4CF9-85AF-2D4EFD356C0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Maior que a L1, porém um pouco mais lenta </a:t>
          </a:r>
        </a:p>
      </dgm:t>
    </dgm:pt>
    <dgm:pt modelId="{8A6553FF-02E1-46B6-87D9-F0233CBACA81}" type="parTrans" cxnId="{16C870C6-0417-4280-A641-F9D31BE6138E}">
      <dgm:prSet/>
      <dgm:spPr/>
      <dgm:t>
        <a:bodyPr/>
        <a:lstStyle/>
        <a:p>
          <a:endParaRPr lang="pt-BR"/>
        </a:p>
      </dgm:t>
    </dgm:pt>
    <dgm:pt modelId="{3C2F8BDB-97F3-4CEB-9327-46FBD48A383D}" type="sibTrans" cxnId="{16C870C6-0417-4280-A641-F9D31BE6138E}">
      <dgm:prSet/>
      <dgm:spPr/>
      <dgm:t>
        <a:bodyPr/>
        <a:lstStyle/>
        <a:p>
          <a:endParaRPr lang="pt-BR"/>
        </a:p>
      </dgm:t>
    </dgm:pt>
    <dgm:pt modelId="{1DD92248-0BC3-4A8B-A969-47EFE9E346B0}">
      <dgm:prSet/>
      <dgm:spPr/>
      <dgm:t>
        <a:bodyPr/>
        <a:lstStyle/>
        <a:p>
          <a:pPr>
            <a:buNone/>
          </a:pPr>
          <a:r>
            <a:rPr lang="pt-BR"/>
            <a:t>👉 Serve como suporte, armazenando mais dados importantes que não cabem na L1.</a:t>
          </a:r>
        </a:p>
      </dgm:t>
    </dgm:pt>
    <dgm:pt modelId="{EE75583F-C6F2-4E8D-BE3B-DD4D7A5A36E7}" type="parTrans" cxnId="{D59DF9DE-5CEE-4458-A6CA-3AFA8F9ED8D5}">
      <dgm:prSet/>
      <dgm:spPr/>
      <dgm:t>
        <a:bodyPr/>
        <a:lstStyle/>
        <a:p>
          <a:endParaRPr lang="pt-BR"/>
        </a:p>
      </dgm:t>
    </dgm:pt>
    <dgm:pt modelId="{33EC7A58-E52D-45E6-A7ED-4314426D4095}" type="sibTrans" cxnId="{D59DF9DE-5CEE-4458-A6CA-3AFA8F9ED8D5}">
      <dgm:prSet/>
      <dgm:spPr/>
      <dgm:t>
        <a:bodyPr/>
        <a:lstStyle/>
        <a:p>
          <a:endParaRPr lang="pt-BR"/>
        </a:p>
      </dgm:t>
    </dgm:pt>
    <dgm:pt modelId="{628EEA4C-49D7-4C36-B214-EE45EC0AB3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Maior e compartilhada entre todos os núcleos </a:t>
          </a:r>
        </a:p>
      </dgm:t>
    </dgm:pt>
    <dgm:pt modelId="{7C523405-154A-4206-A1C0-78907E51C2D9}" type="parTrans" cxnId="{9B5ABFD2-B6AF-4045-B5CE-6CE2F72C603A}">
      <dgm:prSet/>
      <dgm:spPr/>
      <dgm:t>
        <a:bodyPr/>
        <a:lstStyle/>
        <a:p>
          <a:endParaRPr lang="pt-BR"/>
        </a:p>
      </dgm:t>
    </dgm:pt>
    <dgm:pt modelId="{F7D39F59-23AC-4856-A37C-8124FE52BCBC}" type="sibTrans" cxnId="{9B5ABFD2-B6AF-4045-B5CE-6CE2F72C603A}">
      <dgm:prSet/>
      <dgm:spPr/>
      <dgm:t>
        <a:bodyPr/>
        <a:lstStyle/>
        <a:p>
          <a:endParaRPr lang="pt-BR"/>
        </a:p>
      </dgm:t>
    </dgm:pt>
    <dgm:pt modelId="{320BF8CC-AF03-4D19-9159-F98EE3859B5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/>
            <a:t>Pode chegar a </a:t>
          </a:r>
          <a:r>
            <a:rPr lang="pt-BR" b="1"/>
            <a:t>até 32 MB ou mais</a:t>
          </a:r>
          <a:r>
            <a:rPr lang="pt-BR"/>
            <a:t> </a:t>
          </a:r>
        </a:p>
      </dgm:t>
    </dgm:pt>
    <dgm:pt modelId="{4CF0BEF7-0AA2-4E08-ACA5-F838E83DBB4B}" type="parTrans" cxnId="{0FC4560C-BF91-4875-83CA-30201D04FB20}">
      <dgm:prSet/>
      <dgm:spPr/>
      <dgm:t>
        <a:bodyPr/>
        <a:lstStyle/>
        <a:p>
          <a:endParaRPr lang="pt-BR"/>
        </a:p>
      </dgm:t>
    </dgm:pt>
    <dgm:pt modelId="{F86D748F-7025-4C3E-8D37-B9959FB940C4}" type="sibTrans" cxnId="{0FC4560C-BF91-4875-83CA-30201D04FB20}">
      <dgm:prSet/>
      <dgm:spPr/>
      <dgm:t>
        <a:bodyPr/>
        <a:lstStyle/>
        <a:p>
          <a:endParaRPr lang="pt-BR"/>
        </a:p>
      </dgm:t>
    </dgm:pt>
    <dgm:pt modelId="{AF6ACD50-466C-4C96-866A-27C532A31B0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Mais lenta que L1 e L2, mas ainda muito rápida </a:t>
          </a:r>
        </a:p>
      </dgm:t>
    </dgm:pt>
    <dgm:pt modelId="{FC53002B-8731-4467-B8D6-8AD69D67D18E}" type="parTrans" cxnId="{E649C77D-96FF-4D1B-9468-166FD4784EFB}">
      <dgm:prSet/>
      <dgm:spPr/>
      <dgm:t>
        <a:bodyPr/>
        <a:lstStyle/>
        <a:p>
          <a:endParaRPr lang="pt-BR"/>
        </a:p>
      </dgm:t>
    </dgm:pt>
    <dgm:pt modelId="{8023ADF1-9AC7-44EF-8CF7-844A8F8A20BF}" type="sibTrans" cxnId="{E649C77D-96FF-4D1B-9468-166FD4784EFB}">
      <dgm:prSet/>
      <dgm:spPr/>
      <dgm:t>
        <a:bodyPr/>
        <a:lstStyle/>
        <a:p>
          <a:endParaRPr lang="pt-BR"/>
        </a:p>
      </dgm:t>
    </dgm:pt>
    <dgm:pt modelId="{C5FE9F42-78C5-43CD-890C-DB431297C503}">
      <dgm:prSet/>
      <dgm:spPr/>
      <dgm:t>
        <a:bodyPr/>
        <a:lstStyle/>
        <a:p>
          <a:pPr>
            <a:buNone/>
          </a:pPr>
          <a:r>
            <a:rPr lang="pt-BR" dirty="0"/>
            <a:t>👉 Armazena dados que podem ser usados por vários núcleos ao mesmo tempo.</a:t>
          </a:r>
        </a:p>
      </dgm:t>
    </dgm:pt>
    <dgm:pt modelId="{ADEAF047-39F0-4D85-80BF-4D31D1666263}" type="parTrans" cxnId="{036781AD-9659-4805-AF79-243148E51BA9}">
      <dgm:prSet/>
      <dgm:spPr/>
      <dgm:t>
        <a:bodyPr/>
        <a:lstStyle/>
        <a:p>
          <a:endParaRPr lang="pt-BR"/>
        </a:p>
      </dgm:t>
    </dgm:pt>
    <dgm:pt modelId="{FDFCA691-F250-423C-8258-935C9C621359}" type="sibTrans" cxnId="{036781AD-9659-4805-AF79-243148E51BA9}">
      <dgm:prSet/>
      <dgm:spPr/>
      <dgm:t>
        <a:bodyPr/>
        <a:lstStyle/>
        <a:p>
          <a:endParaRPr lang="pt-BR"/>
        </a:p>
      </dgm:t>
    </dgm:pt>
    <dgm:pt modelId="{C0EBA5F4-73C1-4802-B06A-60D8F410C78B}" type="pres">
      <dgm:prSet presAssocID="{53673C2C-6B79-405B-AC3A-AD74A9A39F7B}" presName="linearFlow" presStyleCnt="0">
        <dgm:presLayoutVars>
          <dgm:dir/>
          <dgm:animLvl val="lvl"/>
          <dgm:resizeHandles val="exact"/>
        </dgm:presLayoutVars>
      </dgm:prSet>
      <dgm:spPr/>
    </dgm:pt>
    <dgm:pt modelId="{488BCC01-118B-4DE1-8214-A1709DF149EE}" type="pres">
      <dgm:prSet presAssocID="{86788969-7B59-40A5-B7B3-F51988DD7AB6}" presName="composite" presStyleCnt="0"/>
      <dgm:spPr/>
    </dgm:pt>
    <dgm:pt modelId="{7AFEB6C2-D9D1-4495-A908-69AA7D7860CB}" type="pres">
      <dgm:prSet presAssocID="{86788969-7B59-40A5-B7B3-F51988DD7AB6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5F68210-F739-40C2-A52F-3D578AD1BA9E}" type="pres">
      <dgm:prSet presAssocID="{86788969-7B59-40A5-B7B3-F51988DD7AB6}" presName="descendantText" presStyleLbl="alignAcc1" presStyleIdx="0" presStyleCnt="3">
        <dgm:presLayoutVars>
          <dgm:bulletEnabled val="1"/>
        </dgm:presLayoutVars>
      </dgm:prSet>
      <dgm:spPr/>
    </dgm:pt>
    <dgm:pt modelId="{3CDDECED-95A4-4AE7-A65D-123E2926F828}" type="pres">
      <dgm:prSet presAssocID="{052D14ED-1D28-4625-B3F1-BF9390601E11}" presName="sp" presStyleCnt="0"/>
      <dgm:spPr/>
    </dgm:pt>
    <dgm:pt modelId="{D69EA6F0-501B-4287-BD5D-4480DE0BA421}" type="pres">
      <dgm:prSet presAssocID="{2EE5589D-04AC-454D-85B6-4E23E71F5084}" presName="composite" presStyleCnt="0"/>
      <dgm:spPr/>
    </dgm:pt>
    <dgm:pt modelId="{7E3A4A93-CEDB-4BB4-91F3-6158BA4BC221}" type="pres">
      <dgm:prSet presAssocID="{2EE5589D-04AC-454D-85B6-4E23E71F508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9EDB5A5-7ECE-4AA7-8BCB-8445100AD6E7}" type="pres">
      <dgm:prSet presAssocID="{2EE5589D-04AC-454D-85B6-4E23E71F5084}" presName="descendantText" presStyleLbl="alignAcc1" presStyleIdx="1" presStyleCnt="3">
        <dgm:presLayoutVars>
          <dgm:bulletEnabled val="1"/>
        </dgm:presLayoutVars>
      </dgm:prSet>
      <dgm:spPr/>
    </dgm:pt>
    <dgm:pt modelId="{CCAC7F8F-7190-40D5-80D0-565C1DE7EFA8}" type="pres">
      <dgm:prSet presAssocID="{97DF4AAA-8910-497F-B470-3556FF6FF425}" presName="sp" presStyleCnt="0"/>
      <dgm:spPr/>
    </dgm:pt>
    <dgm:pt modelId="{A0005E79-9055-4FA6-B4DC-51C71AFCF0DF}" type="pres">
      <dgm:prSet presAssocID="{1EEA12CF-336D-42FB-8D90-4C29EDFCFECE}" presName="composite" presStyleCnt="0"/>
      <dgm:spPr/>
    </dgm:pt>
    <dgm:pt modelId="{FD92E2F0-8319-47CA-BF3C-E786FCE5AA8B}" type="pres">
      <dgm:prSet presAssocID="{1EEA12CF-336D-42FB-8D90-4C29EDFCFEC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23C9D06C-1E23-43E4-8FD2-A73A1DA44E1C}" type="pres">
      <dgm:prSet presAssocID="{1EEA12CF-336D-42FB-8D90-4C29EDFCFEC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0FC4560C-BF91-4875-83CA-30201D04FB20}" srcId="{1EEA12CF-336D-42FB-8D90-4C29EDFCFECE}" destId="{320BF8CC-AF03-4D19-9159-F98EE3859B51}" srcOrd="1" destOrd="0" parTransId="{4CF0BEF7-0AA2-4E08-ACA5-F838E83DBB4B}" sibTransId="{F86D748F-7025-4C3E-8D37-B9959FB940C4}"/>
    <dgm:cxn modelId="{83AC0614-9BB4-473D-97D9-FDFA796772AE}" type="presOf" srcId="{0D3FDB51-E110-4D85-9CC4-CA72FBBB68F2}" destId="{B5F68210-F739-40C2-A52F-3D578AD1BA9E}" srcOrd="0" destOrd="0" presId="urn:microsoft.com/office/officeart/2005/8/layout/chevron2"/>
    <dgm:cxn modelId="{FCE79C1F-99E8-4F41-A43D-68A0634C6F67}" type="presOf" srcId="{BA835858-DD3F-42B7-A749-454B7C64D055}" destId="{B5F68210-F739-40C2-A52F-3D578AD1BA9E}" srcOrd="0" destOrd="3" presId="urn:microsoft.com/office/officeart/2005/8/layout/chevron2"/>
    <dgm:cxn modelId="{12C36420-547B-4A03-A63D-5F40A93FB9A5}" type="presOf" srcId="{628EEA4C-49D7-4C36-B214-EE45EC0AB378}" destId="{23C9D06C-1E23-43E4-8FD2-A73A1DA44E1C}" srcOrd="0" destOrd="0" presId="urn:microsoft.com/office/officeart/2005/8/layout/chevron2"/>
    <dgm:cxn modelId="{B9C73D21-250E-4ECC-8BF5-0A95CC2B15E2}" type="presOf" srcId="{F3F447B3-CFB1-463C-AA72-2FE7F710A4EA}" destId="{B5F68210-F739-40C2-A52F-3D578AD1BA9E}" srcOrd="0" destOrd="2" presId="urn:microsoft.com/office/officeart/2005/8/layout/chevron2"/>
    <dgm:cxn modelId="{56AB5B27-FCCF-42C4-87BE-6A7C975B17F7}" srcId="{2EE5589D-04AC-454D-85B6-4E23E71F5084}" destId="{18D77E03-0B32-404A-B544-21DFB21F4439}" srcOrd="1" destOrd="0" parTransId="{7F11F4DD-73F6-48F2-9A83-CCE8631B9739}" sibTransId="{9E2B8034-0ABE-4D0A-BEB0-37BE007FACF8}"/>
    <dgm:cxn modelId="{282E9932-8181-4B44-9771-265A8A13338F}" srcId="{53673C2C-6B79-405B-AC3A-AD74A9A39F7B}" destId="{1EEA12CF-336D-42FB-8D90-4C29EDFCFECE}" srcOrd="2" destOrd="0" parTransId="{C6630388-0EB5-406D-BF66-C8D6465C1AE4}" sibTransId="{60D343C4-91F8-41DE-A13F-203EE5458C65}"/>
    <dgm:cxn modelId="{2DBC2F36-D5D9-4758-949E-AFF73AB5E716}" type="presOf" srcId="{1EEA12CF-336D-42FB-8D90-4C29EDFCFECE}" destId="{FD92E2F0-8319-47CA-BF3C-E786FCE5AA8B}" srcOrd="0" destOrd="0" presId="urn:microsoft.com/office/officeart/2005/8/layout/chevron2"/>
    <dgm:cxn modelId="{98BB5C36-2265-4CCF-A152-A395FBACF476}" type="presOf" srcId="{C5FE9F42-78C5-43CD-890C-DB431297C503}" destId="{23C9D06C-1E23-43E4-8FD2-A73A1DA44E1C}" srcOrd="0" destOrd="3" presId="urn:microsoft.com/office/officeart/2005/8/layout/chevron2"/>
    <dgm:cxn modelId="{400D303F-A7AA-4A08-BAAB-F54B6D89458A}" type="presOf" srcId="{AF6ACD50-466C-4C96-866A-27C532A31B00}" destId="{23C9D06C-1E23-43E4-8FD2-A73A1DA44E1C}" srcOrd="0" destOrd="2" presId="urn:microsoft.com/office/officeart/2005/8/layout/chevron2"/>
    <dgm:cxn modelId="{1E07BE43-E7F4-469C-B591-A1FFC730D4C8}" srcId="{86788969-7B59-40A5-B7B3-F51988DD7AB6}" destId="{F3F447B3-CFB1-463C-AA72-2FE7F710A4EA}" srcOrd="2" destOrd="0" parTransId="{08478AFD-5A76-4C64-8652-6955BBFDDB35}" sibTransId="{966A66DB-06E6-40C1-B977-D59CB0A368D5}"/>
    <dgm:cxn modelId="{3ED86849-0C47-4916-930E-69B43FF3324A}" srcId="{86788969-7B59-40A5-B7B3-F51988DD7AB6}" destId="{1846F2FB-87A7-4AC3-988A-E353AB8B3CC6}" srcOrd="1" destOrd="0" parTransId="{9A8D9DF6-42E5-4F24-820B-833E99148995}" sibTransId="{BDDBF10A-326A-40E2-9D54-84D8820F3521}"/>
    <dgm:cxn modelId="{AE935170-F058-4434-B0E0-142173821F37}" type="presOf" srcId="{18D77E03-0B32-404A-B544-21DFB21F4439}" destId="{99EDB5A5-7ECE-4AA7-8BCB-8445100AD6E7}" srcOrd="0" destOrd="1" presId="urn:microsoft.com/office/officeart/2005/8/layout/chevron2"/>
    <dgm:cxn modelId="{3626CD58-52D2-466B-AB34-AE032AA81758}" type="presOf" srcId="{86788969-7B59-40A5-B7B3-F51988DD7AB6}" destId="{7AFEB6C2-D9D1-4495-A908-69AA7D7860CB}" srcOrd="0" destOrd="0" presId="urn:microsoft.com/office/officeart/2005/8/layout/chevron2"/>
    <dgm:cxn modelId="{F1832B7D-C374-4E3B-9619-231B01516DB5}" type="presOf" srcId="{24D27C9E-2085-4B08-9313-C5A80C65E353}" destId="{99EDB5A5-7ECE-4AA7-8BCB-8445100AD6E7}" srcOrd="0" destOrd="0" presId="urn:microsoft.com/office/officeart/2005/8/layout/chevron2"/>
    <dgm:cxn modelId="{E649C77D-96FF-4D1B-9468-166FD4784EFB}" srcId="{1EEA12CF-336D-42FB-8D90-4C29EDFCFECE}" destId="{AF6ACD50-466C-4C96-866A-27C532A31B00}" srcOrd="2" destOrd="0" parTransId="{FC53002B-8731-4467-B8D6-8AD69D67D18E}" sibTransId="{8023ADF1-9AC7-44EF-8CF7-844A8F8A20BF}"/>
    <dgm:cxn modelId="{F6F2AB93-2849-47B3-AB74-CB9D527554BA}" type="presOf" srcId="{86136C5D-8F7A-4CF9-85AF-2D4EFD356C05}" destId="{99EDB5A5-7ECE-4AA7-8BCB-8445100AD6E7}" srcOrd="0" destOrd="2" presId="urn:microsoft.com/office/officeart/2005/8/layout/chevron2"/>
    <dgm:cxn modelId="{E2917C9B-6403-4541-A4A7-AEB9187A3D61}" srcId="{53673C2C-6B79-405B-AC3A-AD74A9A39F7B}" destId="{86788969-7B59-40A5-B7B3-F51988DD7AB6}" srcOrd="0" destOrd="0" parTransId="{6A710C53-963C-42C5-983F-EA046EF81AE5}" sibTransId="{052D14ED-1D28-4625-B3F1-BF9390601E11}"/>
    <dgm:cxn modelId="{EB7EE59E-F7A3-487B-9C09-EF6D33DDA5CA}" type="presOf" srcId="{2EE5589D-04AC-454D-85B6-4E23E71F5084}" destId="{7E3A4A93-CEDB-4BB4-91F3-6158BA4BC221}" srcOrd="0" destOrd="0" presId="urn:microsoft.com/office/officeart/2005/8/layout/chevron2"/>
    <dgm:cxn modelId="{7FAF4FAD-4A15-42A8-A513-502AE022E2F5}" type="presOf" srcId="{1846F2FB-87A7-4AC3-988A-E353AB8B3CC6}" destId="{B5F68210-F739-40C2-A52F-3D578AD1BA9E}" srcOrd="0" destOrd="1" presId="urn:microsoft.com/office/officeart/2005/8/layout/chevron2"/>
    <dgm:cxn modelId="{036781AD-9659-4805-AF79-243148E51BA9}" srcId="{1EEA12CF-336D-42FB-8D90-4C29EDFCFECE}" destId="{C5FE9F42-78C5-43CD-890C-DB431297C503}" srcOrd="3" destOrd="0" parTransId="{ADEAF047-39F0-4D85-80BF-4D31D1666263}" sibTransId="{FDFCA691-F250-423C-8258-935C9C621359}"/>
    <dgm:cxn modelId="{295ED8AD-AB7E-4237-A1C5-5E9E218013C9}" type="presOf" srcId="{1DD92248-0BC3-4A8B-A969-47EFE9E346B0}" destId="{99EDB5A5-7ECE-4AA7-8BCB-8445100AD6E7}" srcOrd="0" destOrd="3" presId="urn:microsoft.com/office/officeart/2005/8/layout/chevron2"/>
    <dgm:cxn modelId="{7C1F68B1-BD8B-40E1-9F12-17402A545848}" srcId="{86788969-7B59-40A5-B7B3-F51988DD7AB6}" destId="{0D3FDB51-E110-4D85-9CC4-CA72FBBB68F2}" srcOrd="0" destOrd="0" parTransId="{B3EFBDD7-6000-41E7-B8FA-A657F905B517}" sibTransId="{626D6D4D-1A9C-481A-81E2-7A1462986E94}"/>
    <dgm:cxn modelId="{170B08B6-5365-4B36-AC8F-F85AFFFD4AFA}" srcId="{2EE5589D-04AC-454D-85B6-4E23E71F5084}" destId="{24D27C9E-2085-4B08-9313-C5A80C65E353}" srcOrd="0" destOrd="0" parTransId="{20F0A26B-F078-45E0-BB34-1ECEBC511653}" sibTransId="{35A6BDD5-9478-4A5E-A84D-263EF289F5BF}"/>
    <dgm:cxn modelId="{16C870C6-0417-4280-A641-F9D31BE6138E}" srcId="{2EE5589D-04AC-454D-85B6-4E23E71F5084}" destId="{86136C5D-8F7A-4CF9-85AF-2D4EFD356C05}" srcOrd="2" destOrd="0" parTransId="{8A6553FF-02E1-46B6-87D9-F0233CBACA81}" sibTransId="{3C2F8BDB-97F3-4CEB-9327-46FBD48A383D}"/>
    <dgm:cxn modelId="{9B5ABFD2-B6AF-4045-B5CE-6CE2F72C603A}" srcId="{1EEA12CF-336D-42FB-8D90-4C29EDFCFECE}" destId="{628EEA4C-49D7-4C36-B214-EE45EC0AB378}" srcOrd="0" destOrd="0" parTransId="{7C523405-154A-4206-A1C0-78907E51C2D9}" sibTransId="{F7D39F59-23AC-4856-A37C-8124FE52BCBC}"/>
    <dgm:cxn modelId="{D88576DA-5328-4652-A8EA-A3B47848157D}" srcId="{86788969-7B59-40A5-B7B3-F51988DD7AB6}" destId="{BA835858-DD3F-42B7-A749-454B7C64D055}" srcOrd="3" destOrd="0" parTransId="{F2EDCCF8-19D1-4667-AC0A-CAADC9AA115B}" sibTransId="{3C2F6B44-7339-40F6-803B-A602C220E930}"/>
    <dgm:cxn modelId="{D59DF9DE-5CEE-4458-A6CA-3AFA8F9ED8D5}" srcId="{2EE5589D-04AC-454D-85B6-4E23E71F5084}" destId="{1DD92248-0BC3-4A8B-A969-47EFE9E346B0}" srcOrd="3" destOrd="0" parTransId="{EE75583F-C6F2-4E8D-BE3B-DD4D7A5A36E7}" sibTransId="{33EC7A58-E52D-45E6-A7ED-4314426D4095}"/>
    <dgm:cxn modelId="{461FA5DF-C76A-46EC-992A-DE06F1558D67}" type="presOf" srcId="{53673C2C-6B79-405B-AC3A-AD74A9A39F7B}" destId="{C0EBA5F4-73C1-4802-B06A-60D8F410C78B}" srcOrd="0" destOrd="0" presId="urn:microsoft.com/office/officeart/2005/8/layout/chevron2"/>
    <dgm:cxn modelId="{C1380FF3-3F54-4F49-AA18-B23078BD2821}" type="presOf" srcId="{320BF8CC-AF03-4D19-9159-F98EE3859B51}" destId="{23C9D06C-1E23-43E4-8FD2-A73A1DA44E1C}" srcOrd="0" destOrd="1" presId="urn:microsoft.com/office/officeart/2005/8/layout/chevron2"/>
    <dgm:cxn modelId="{D8598DFF-EA18-4544-820C-DE92E52BC696}" srcId="{53673C2C-6B79-405B-AC3A-AD74A9A39F7B}" destId="{2EE5589D-04AC-454D-85B6-4E23E71F5084}" srcOrd="1" destOrd="0" parTransId="{26971286-88D1-4ADA-9A8B-E6FC59F55BB3}" sibTransId="{97DF4AAA-8910-497F-B470-3556FF6FF425}"/>
    <dgm:cxn modelId="{BC7FEFEB-22C0-441D-9808-5413BB17FEA8}" type="presParOf" srcId="{C0EBA5F4-73C1-4802-B06A-60D8F410C78B}" destId="{488BCC01-118B-4DE1-8214-A1709DF149EE}" srcOrd="0" destOrd="0" presId="urn:microsoft.com/office/officeart/2005/8/layout/chevron2"/>
    <dgm:cxn modelId="{42ACA10D-EF24-4357-96C6-24FA5FCE8018}" type="presParOf" srcId="{488BCC01-118B-4DE1-8214-A1709DF149EE}" destId="{7AFEB6C2-D9D1-4495-A908-69AA7D7860CB}" srcOrd="0" destOrd="0" presId="urn:microsoft.com/office/officeart/2005/8/layout/chevron2"/>
    <dgm:cxn modelId="{950D4DB2-3944-455F-9A0D-5633B5E7AE5E}" type="presParOf" srcId="{488BCC01-118B-4DE1-8214-A1709DF149EE}" destId="{B5F68210-F739-40C2-A52F-3D578AD1BA9E}" srcOrd="1" destOrd="0" presId="urn:microsoft.com/office/officeart/2005/8/layout/chevron2"/>
    <dgm:cxn modelId="{094FE6F4-A6D8-4EEB-B157-8B002EB00EDB}" type="presParOf" srcId="{C0EBA5F4-73C1-4802-B06A-60D8F410C78B}" destId="{3CDDECED-95A4-4AE7-A65D-123E2926F828}" srcOrd="1" destOrd="0" presId="urn:microsoft.com/office/officeart/2005/8/layout/chevron2"/>
    <dgm:cxn modelId="{6304339D-DC46-4340-B566-35634BA6C2E4}" type="presParOf" srcId="{C0EBA5F4-73C1-4802-B06A-60D8F410C78B}" destId="{D69EA6F0-501B-4287-BD5D-4480DE0BA421}" srcOrd="2" destOrd="0" presId="urn:microsoft.com/office/officeart/2005/8/layout/chevron2"/>
    <dgm:cxn modelId="{A62D7BC9-E5E7-4E64-A7DF-C0C4703DC156}" type="presParOf" srcId="{D69EA6F0-501B-4287-BD5D-4480DE0BA421}" destId="{7E3A4A93-CEDB-4BB4-91F3-6158BA4BC221}" srcOrd="0" destOrd="0" presId="urn:microsoft.com/office/officeart/2005/8/layout/chevron2"/>
    <dgm:cxn modelId="{7605F327-2639-421D-887A-6D4433148BB3}" type="presParOf" srcId="{D69EA6F0-501B-4287-BD5D-4480DE0BA421}" destId="{99EDB5A5-7ECE-4AA7-8BCB-8445100AD6E7}" srcOrd="1" destOrd="0" presId="urn:microsoft.com/office/officeart/2005/8/layout/chevron2"/>
    <dgm:cxn modelId="{A0A79960-54A7-47DC-BB97-1B3E25B9A564}" type="presParOf" srcId="{C0EBA5F4-73C1-4802-B06A-60D8F410C78B}" destId="{CCAC7F8F-7190-40D5-80D0-565C1DE7EFA8}" srcOrd="3" destOrd="0" presId="urn:microsoft.com/office/officeart/2005/8/layout/chevron2"/>
    <dgm:cxn modelId="{748A9E50-5B4F-4B9F-AEB3-C2F3641648A8}" type="presParOf" srcId="{C0EBA5F4-73C1-4802-B06A-60D8F410C78B}" destId="{A0005E79-9055-4FA6-B4DC-51C71AFCF0DF}" srcOrd="4" destOrd="0" presId="urn:microsoft.com/office/officeart/2005/8/layout/chevron2"/>
    <dgm:cxn modelId="{CB876196-5BA8-4668-AC66-F2325B934A32}" type="presParOf" srcId="{A0005E79-9055-4FA6-B4DC-51C71AFCF0DF}" destId="{FD92E2F0-8319-47CA-BF3C-E786FCE5AA8B}" srcOrd="0" destOrd="0" presId="urn:microsoft.com/office/officeart/2005/8/layout/chevron2"/>
    <dgm:cxn modelId="{E6E22D33-D8DC-4B3E-B828-52B6C6E48252}" type="presParOf" srcId="{A0005E79-9055-4FA6-B4DC-51C71AFCF0DF}" destId="{23C9D06C-1E23-43E4-8FD2-A73A1DA44E1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C6F9C-CB71-410E-9C67-5E6D6FE5D2CF}">
      <dsp:nvSpPr>
        <dsp:cNvPr id="0" name=""/>
        <dsp:cNvSpPr/>
      </dsp:nvSpPr>
      <dsp:spPr>
        <a:xfrm>
          <a:off x="0" y="3293155"/>
          <a:ext cx="8245100" cy="108088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solidFill>
                <a:srgbClr val="00B050"/>
              </a:solidFill>
            </a:rPr>
            <a:t>Executar</a:t>
          </a:r>
          <a:endParaRPr lang="pt-BR" sz="2000" kern="1200" dirty="0">
            <a:solidFill>
              <a:srgbClr val="00B050"/>
            </a:solidFill>
          </a:endParaRPr>
        </a:p>
      </dsp:txBody>
      <dsp:txXfrm>
        <a:off x="0" y="3293155"/>
        <a:ext cx="8245100" cy="583679"/>
      </dsp:txXfrm>
    </dsp:sp>
    <dsp:sp modelId="{0D0D1286-5781-4789-8F22-47356D08587E}">
      <dsp:nvSpPr>
        <dsp:cNvPr id="0" name=""/>
        <dsp:cNvSpPr/>
      </dsp:nvSpPr>
      <dsp:spPr>
        <a:xfrm>
          <a:off x="0" y="3855216"/>
          <a:ext cx="8245100" cy="49720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 CPU executa a instrução, realizando cálculos, comparações ou outras operações.</a:t>
          </a:r>
        </a:p>
      </dsp:txBody>
      <dsp:txXfrm>
        <a:off x="0" y="3855216"/>
        <a:ext cx="8245100" cy="497208"/>
      </dsp:txXfrm>
    </dsp:sp>
    <dsp:sp modelId="{AA9486F6-F72B-4628-BC24-01AB7E596BA2}">
      <dsp:nvSpPr>
        <dsp:cNvPr id="0" name=""/>
        <dsp:cNvSpPr/>
      </dsp:nvSpPr>
      <dsp:spPr>
        <a:xfrm rot="10800000">
          <a:off x="0" y="1646964"/>
          <a:ext cx="8245100" cy="1662404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rgbClr val="00B050"/>
              </a:solidFill>
            </a:rPr>
            <a:t>Decodificar</a:t>
          </a:r>
          <a:endParaRPr lang="pt-BR" sz="1600" kern="1200" dirty="0">
            <a:solidFill>
              <a:srgbClr val="00B050"/>
            </a:solidFill>
          </a:endParaRPr>
        </a:p>
      </dsp:txBody>
      <dsp:txXfrm rot="-10800000">
        <a:off x="0" y="1646964"/>
        <a:ext cx="8245100" cy="583503"/>
      </dsp:txXfrm>
    </dsp:sp>
    <dsp:sp modelId="{B9F93EBE-4B86-4852-8D1F-153CB2250C9F}">
      <dsp:nvSpPr>
        <dsp:cNvPr id="0" name=""/>
        <dsp:cNvSpPr/>
      </dsp:nvSpPr>
      <dsp:spPr>
        <a:xfrm>
          <a:off x="0" y="2230468"/>
          <a:ext cx="8245100" cy="49705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 instrução é interpretada, permitindo que a CPU entenda qual operação deve ser realizada.</a:t>
          </a:r>
        </a:p>
      </dsp:txBody>
      <dsp:txXfrm>
        <a:off x="0" y="2230468"/>
        <a:ext cx="8245100" cy="497058"/>
      </dsp:txXfrm>
    </dsp:sp>
    <dsp:sp modelId="{415C9BAE-7012-4A49-8B80-82E03EFEF30D}">
      <dsp:nvSpPr>
        <dsp:cNvPr id="0" name=""/>
        <dsp:cNvSpPr/>
      </dsp:nvSpPr>
      <dsp:spPr>
        <a:xfrm rot="10800000">
          <a:off x="0" y="0"/>
          <a:ext cx="8245100" cy="1662404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solidFill>
                <a:srgbClr val="00B050"/>
              </a:solidFill>
            </a:rPr>
            <a:t>Buscar</a:t>
          </a:r>
          <a:endParaRPr lang="pt-BR" sz="2000" kern="1200" dirty="0">
            <a:solidFill>
              <a:srgbClr val="00B050"/>
            </a:solidFill>
          </a:endParaRPr>
        </a:p>
      </dsp:txBody>
      <dsp:txXfrm rot="-10800000">
        <a:off x="0" y="0"/>
        <a:ext cx="8245100" cy="583503"/>
      </dsp:txXfrm>
    </dsp:sp>
    <dsp:sp modelId="{973FD51B-71F8-4878-A6C2-256030C465EA}">
      <dsp:nvSpPr>
        <dsp:cNvPr id="0" name=""/>
        <dsp:cNvSpPr/>
      </dsp:nvSpPr>
      <dsp:spPr>
        <a:xfrm>
          <a:off x="0" y="584277"/>
          <a:ext cx="8245100" cy="49705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 CPU busca a próxima instrução na memória RAM.</a:t>
          </a:r>
        </a:p>
      </dsp:txBody>
      <dsp:txXfrm>
        <a:off x="0" y="584277"/>
        <a:ext cx="8245100" cy="4970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EB6C2-D9D1-4495-A908-69AA7D7860CB}">
      <dsp:nvSpPr>
        <dsp:cNvPr id="0" name=""/>
        <dsp:cNvSpPr/>
      </dsp:nvSpPr>
      <dsp:spPr>
        <a:xfrm rot="5400000">
          <a:off x="-249360" y="249718"/>
          <a:ext cx="1662402" cy="116368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solidFill>
                <a:srgbClr val="00B050"/>
              </a:solidFill>
            </a:rPr>
            <a:t>Cache L1</a:t>
          </a:r>
        </a:p>
      </dsp:txBody>
      <dsp:txXfrm rot="-5400000">
        <a:off x="1" y="582199"/>
        <a:ext cx="1163681" cy="498721"/>
      </dsp:txXfrm>
    </dsp:sp>
    <dsp:sp modelId="{B5F68210-F739-40C2-A52F-3D578AD1BA9E}">
      <dsp:nvSpPr>
        <dsp:cNvPr id="0" name=""/>
        <dsp:cNvSpPr/>
      </dsp:nvSpPr>
      <dsp:spPr>
        <a:xfrm rot="5400000">
          <a:off x="4456846" y="-3292806"/>
          <a:ext cx="1080561" cy="7666891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 dirty="0"/>
            <a:t>Menor e mais rápida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/>
            <a:t>Integrada diretamente aos núcleos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 dirty="0"/>
            <a:t>Tamanho: </a:t>
          </a:r>
          <a:r>
            <a:rPr lang="pt-BR" sz="1500" b="1" kern="1200" dirty="0"/>
            <a:t>32 KB a 64 KB</a:t>
          </a:r>
          <a:r>
            <a:rPr lang="pt-BR" sz="1500" kern="1200" dirty="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500" kern="1200"/>
            <a:t>👉 Usada para dados e instruções mais imediatos da CPU.</a:t>
          </a:r>
        </a:p>
      </dsp:txBody>
      <dsp:txXfrm rot="-5400000">
        <a:off x="1163682" y="53107"/>
        <a:ext cx="7614142" cy="975063"/>
      </dsp:txXfrm>
    </dsp:sp>
    <dsp:sp modelId="{7E3A4A93-CEDB-4BB4-91F3-6158BA4BC221}">
      <dsp:nvSpPr>
        <dsp:cNvPr id="0" name=""/>
        <dsp:cNvSpPr/>
      </dsp:nvSpPr>
      <dsp:spPr>
        <a:xfrm rot="5400000">
          <a:off x="-249360" y="1718565"/>
          <a:ext cx="1662402" cy="116368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solidFill>
                <a:srgbClr val="00B050"/>
              </a:solidFill>
            </a:rPr>
            <a:t>Cache L2</a:t>
          </a:r>
        </a:p>
      </dsp:txBody>
      <dsp:txXfrm rot="-5400000">
        <a:off x="1" y="2051046"/>
        <a:ext cx="1163681" cy="498721"/>
      </dsp:txXfrm>
    </dsp:sp>
    <dsp:sp modelId="{99EDB5A5-7ECE-4AA7-8BCB-8445100AD6E7}">
      <dsp:nvSpPr>
        <dsp:cNvPr id="0" name=""/>
        <dsp:cNvSpPr/>
      </dsp:nvSpPr>
      <dsp:spPr>
        <a:xfrm rot="5400000">
          <a:off x="4456846" y="-1823960"/>
          <a:ext cx="1080561" cy="7666891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 dirty="0"/>
            <a:t>Intermediária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/>
            <a:t>Tamanho: </a:t>
          </a:r>
          <a:r>
            <a:rPr lang="pt-BR" sz="1500" b="1" kern="1200"/>
            <a:t>256 KB a 1 MB por núcleo</a:t>
          </a:r>
          <a:r>
            <a:rPr lang="pt-BR" sz="1500" kern="120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 dirty="0"/>
            <a:t>Maior que a L1, porém um pouco mais lenta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500" kern="1200"/>
            <a:t>👉 Serve como suporte, armazenando mais dados importantes que não cabem na L1.</a:t>
          </a:r>
        </a:p>
      </dsp:txBody>
      <dsp:txXfrm rot="-5400000">
        <a:off x="1163682" y="1521953"/>
        <a:ext cx="7614142" cy="975063"/>
      </dsp:txXfrm>
    </dsp:sp>
    <dsp:sp modelId="{FD92E2F0-8319-47CA-BF3C-E786FCE5AA8B}">
      <dsp:nvSpPr>
        <dsp:cNvPr id="0" name=""/>
        <dsp:cNvSpPr/>
      </dsp:nvSpPr>
      <dsp:spPr>
        <a:xfrm rot="5400000">
          <a:off x="-249360" y="3187411"/>
          <a:ext cx="1662402" cy="116368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solidFill>
                <a:srgbClr val="00B050"/>
              </a:solidFill>
            </a:rPr>
            <a:t>Cache L3</a:t>
          </a:r>
        </a:p>
      </dsp:txBody>
      <dsp:txXfrm rot="-5400000">
        <a:off x="1" y="3519892"/>
        <a:ext cx="1163681" cy="498721"/>
      </dsp:txXfrm>
    </dsp:sp>
    <dsp:sp modelId="{23C9D06C-1E23-43E4-8FD2-A73A1DA44E1C}">
      <dsp:nvSpPr>
        <dsp:cNvPr id="0" name=""/>
        <dsp:cNvSpPr/>
      </dsp:nvSpPr>
      <dsp:spPr>
        <a:xfrm rot="5400000">
          <a:off x="4456846" y="-355113"/>
          <a:ext cx="1080561" cy="7666891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 dirty="0"/>
            <a:t>Maior e compartilhada entre todos os núcleos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/>
            <a:t>Pode chegar a </a:t>
          </a:r>
          <a:r>
            <a:rPr lang="pt-BR" sz="1500" b="1" kern="1200"/>
            <a:t>até 32 MB ou mais</a:t>
          </a:r>
          <a:r>
            <a:rPr lang="pt-BR" sz="1500" kern="120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kern="1200" dirty="0"/>
            <a:t>Mais lenta que L1 e L2, mas ainda muito rápida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500" kern="1200" dirty="0"/>
            <a:t>👉 Armazena dados que podem ser usados por vários núcleos ao mesmo tempo.</a:t>
          </a:r>
        </a:p>
      </dsp:txBody>
      <dsp:txXfrm rot="-5400000">
        <a:off x="1163682" y="2990800"/>
        <a:ext cx="7614142" cy="9750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0214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28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9393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0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5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56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01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237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91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1207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44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BC10A54-6111-48D9-BA31-0534966912ED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1566DD9E-66B0-4450-A9AC-B723270FAB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6224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F1C56E7-6B2C-2A7E-A650-8BB634BF577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1259" b="50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CAB72D-EFCE-8239-549F-40DCC1274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>
            <a:normAutofit/>
          </a:bodyPr>
          <a:lstStyle/>
          <a:p>
            <a:r>
              <a:rPr lang="pt-BR" b="1" dirty="0"/>
              <a:t>MISSÃO PROCESSADOR</a:t>
            </a:r>
            <a:endParaRPr lang="pt-BR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79DCC-9C98-E2E0-5C20-172BE0D31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/>
          <a:p>
            <a:r>
              <a:rPr lang="pt-BR" b="1" i="1">
                <a:solidFill>
                  <a:schemeClr val="tx1">
                    <a:lumMod val="85000"/>
                  </a:schemeClr>
                </a:solidFill>
              </a:rPr>
              <a:t>Miguel Ananias Alves</a:t>
            </a:r>
          </a:p>
          <a:p>
            <a:r>
              <a:rPr lang="pt-BR" b="1" i="1">
                <a:solidFill>
                  <a:schemeClr val="tx1">
                    <a:lumMod val="85000"/>
                  </a:schemeClr>
                </a:solidFill>
              </a:rPr>
              <a:t>Pedro Pereira Lima</a:t>
            </a:r>
          </a:p>
          <a:p>
            <a:r>
              <a:rPr lang="pt-BR" b="1" i="1">
                <a:solidFill>
                  <a:schemeClr val="tx1">
                    <a:lumMod val="85000"/>
                  </a:schemeClr>
                </a:solidFill>
              </a:rPr>
              <a:t>30 / 03 /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FBFB44-5702-4C90-B87C-142B0DF5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239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C5CC88-D452-405A-A68E-CB09DB909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5B77061-802E-1D80-9BEF-FB96525D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690425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O </a:t>
            </a:r>
            <a:r>
              <a:rPr lang="en-US" b="1" dirty="0" err="1"/>
              <a:t>que</a:t>
            </a:r>
            <a:r>
              <a:rPr lang="en-US" b="1" dirty="0"/>
              <a:t> é um </a:t>
            </a:r>
            <a:r>
              <a:rPr lang="en-US" b="1" dirty="0" err="1"/>
              <a:t>processador</a:t>
            </a:r>
            <a:r>
              <a:rPr lang="en-US" b="1" dirty="0"/>
              <a:t>?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3393CF8-7F04-8E3C-FCA7-BC398CE2D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831" y="1936955"/>
            <a:ext cx="3690425" cy="4243182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lnSpc>
                <a:spcPct val="104000"/>
              </a:lnSpc>
            </a:pPr>
            <a:r>
              <a:rPr lang="en-US" sz="1500" dirty="0">
                <a:highlight>
                  <a:srgbClr val="008080"/>
                </a:highlight>
              </a:rPr>
              <a:t>O </a:t>
            </a:r>
            <a:r>
              <a:rPr lang="en-US" sz="1500" b="1" dirty="0" err="1">
                <a:highlight>
                  <a:srgbClr val="008080"/>
                </a:highlight>
              </a:rPr>
              <a:t>Processador</a:t>
            </a:r>
            <a:r>
              <a:rPr lang="en-US" sz="1500" b="1" dirty="0">
                <a:highlight>
                  <a:srgbClr val="008080"/>
                </a:highlight>
              </a:rPr>
              <a:t> (CPU - </a:t>
            </a:r>
            <a:r>
              <a:rPr lang="en-US" sz="1500" b="1" dirty="0" err="1">
                <a:highlight>
                  <a:srgbClr val="008080"/>
                </a:highlight>
              </a:rPr>
              <a:t>Unidade</a:t>
            </a:r>
            <a:r>
              <a:rPr lang="en-US" sz="1500" b="1" dirty="0">
                <a:highlight>
                  <a:srgbClr val="008080"/>
                </a:highlight>
              </a:rPr>
              <a:t> Central de </a:t>
            </a:r>
            <a:r>
              <a:rPr lang="en-US" sz="1500" b="1" dirty="0" err="1">
                <a:highlight>
                  <a:srgbClr val="008080"/>
                </a:highlight>
              </a:rPr>
              <a:t>Processamento</a:t>
            </a:r>
            <a:r>
              <a:rPr lang="en-US" sz="1500" b="1" dirty="0">
                <a:highlight>
                  <a:srgbClr val="008080"/>
                </a:highlight>
              </a:rPr>
              <a:t>)</a:t>
            </a:r>
            <a:r>
              <a:rPr lang="en-US" sz="1500" dirty="0">
                <a:highlight>
                  <a:srgbClr val="008080"/>
                </a:highlight>
              </a:rPr>
              <a:t> é o </a:t>
            </a:r>
            <a:r>
              <a:rPr lang="en-US" sz="1500" dirty="0" err="1">
                <a:highlight>
                  <a:srgbClr val="008080"/>
                </a:highlight>
              </a:rPr>
              <a:t>cérebro</a:t>
            </a:r>
            <a:r>
              <a:rPr lang="en-US" sz="1500" dirty="0">
                <a:highlight>
                  <a:srgbClr val="008080"/>
                </a:highlight>
              </a:rPr>
              <a:t> do </a:t>
            </a:r>
            <a:r>
              <a:rPr lang="en-US" sz="1500" dirty="0" err="1">
                <a:highlight>
                  <a:srgbClr val="008080"/>
                </a:highlight>
              </a:rPr>
              <a:t>computador</a:t>
            </a:r>
            <a:r>
              <a:rPr lang="en-US" sz="1500" dirty="0">
                <a:highlight>
                  <a:srgbClr val="008080"/>
                </a:highlight>
              </a:rPr>
              <a:t>, </a:t>
            </a:r>
            <a:r>
              <a:rPr lang="en-US" sz="1500" dirty="0" err="1">
                <a:highlight>
                  <a:srgbClr val="008080"/>
                </a:highlight>
              </a:rPr>
              <a:t>responsável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por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executar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todas</a:t>
            </a:r>
            <a:r>
              <a:rPr lang="en-US" sz="1500" dirty="0">
                <a:highlight>
                  <a:srgbClr val="008080"/>
                </a:highlight>
              </a:rPr>
              <a:t> as </a:t>
            </a:r>
            <a:r>
              <a:rPr lang="en-US" sz="1500" dirty="0" err="1">
                <a:highlight>
                  <a:srgbClr val="008080"/>
                </a:highlight>
              </a:rPr>
              <a:t>instruções</a:t>
            </a:r>
            <a:r>
              <a:rPr lang="en-US" sz="1500" dirty="0">
                <a:highlight>
                  <a:srgbClr val="008080"/>
                </a:highlight>
              </a:rPr>
              <a:t> e </a:t>
            </a:r>
            <a:r>
              <a:rPr lang="en-US" sz="1500" dirty="0" err="1">
                <a:highlight>
                  <a:srgbClr val="008080"/>
                </a:highlight>
              </a:rPr>
              <a:t>cálculos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necessários</a:t>
            </a:r>
            <a:r>
              <a:rPr lang="en-US" sz="1500" dirty="0">
                <a:highlight>
                  <a:srgbClr val="008080"/>
                </a:highlight>
              </a:rPr>
              <a:t> para </a:t>
            </a:r>
            <a:r>
              <a:rPr lang="en-US" sz="1500" dirty="0" err="1">
                <a:highlight>
                  <a:srgbClr val="008080"/>
                </a:highlight>
              </a:rPr>
              <a:t>fazer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seu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sistema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funcionar</a:t>
            </a:r>
            <a:r>
              <a:rPr lang="en-US" sz="1500" dirty="0">
                <a:highlight>
                  <a:srgbClr val="008080"/>
                </a:highlight>
              </a:rPr>
              <a:t>.</a:t>
            </a:r>
          </a:p>
          <a:p>
            <a:pPr indent="-182880">
              <a:lnSpc>
                <a:spcPct val="104000"/>
              </a:lnSpc>
            </a:pPr>
            <a:r>
              <a:rPr lang="en-US" sz="1500" dirty="0">
                <a:highlight>
                  <a:srgbClr val="008080"/>
                </a:highlight>
              </a:rPr>
              <a:t>Ele </a:t>
            </a:r>
            <a:r>
              <a:rPr lang="en-US" sz="1500" dirty="0" err="1">
                <a:highlight>
                  <a:srgbClr val="008080"/>
                </a:highlight>
              </a:rPr>
              <a:t>interpreta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comandos</a:t>
            </a:r>
            <a:r>
              <a:rPr lang="en-US" sz="1500" dirty="0">
                <a:highlight>
                  <a:srgbClr val="008080"/>
                </a:highlight>
              </a:rPr>
              <a:t> de software, </a:t>
            </a:r>
            <a:r>
              <a:rPr lang="en-US" sz="1500" dirty="0" err="1">
                <a:highlight>
                  <a:srgbClr val="008080"/>
                </a:highlight>
              </a:rPr>
              <a:t>realiza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operações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matemáticas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complexas</a:t>
            </a:r>
            <a:r>
              <a:rPr lang="en-US" sz="1500" dirty="0">
                <a:highlight>
                  <a:srgbClr val="008080"/>
                </a:highlight>
              </a:rPr>
              <a:t> e </a:t>
            </a:r>
            <a:r>
              <a:rPr lang="en-US" sz="1500" dirty="0" err="1">
                <a:highlight>
                  <a:srgbClr val="008080"/>
                </a:highlight>
              </a:rPr>
              <a:t>coordena</a:t>
            </a:r>
            <a:r>
              <a:rPr lang="en-US" sz="1500" dirty="0">
                <a:highlight>
                  <a:srgbClr val="008080"/>
                </a:highlight>
              </a:rPr>
              <a:t> a </a:t>
            </a:r>
            <a:r>
              <a:rPr lang="en-US" sz="1500" dirty="0" err="1">
                <a:highlight>
                  <a:srgbClr val="008080"/>
                </a:highlight>
              </a:rPr>
              <a:t>comunicação</a:t>
            </a:r>
            <a:r>
              <a:rPr lang="en-US" sz="1500" dirty="0">
                <a:highlight>
                  <a:srgbClr val="008080"/>
                </a:highlight>
              </a:rPr>
              <a:t> entre </a:t>
            </a:r>
            <a:r>
              <a:rPr lang="en-US" sz="1500" dirty="0" err="1">
                <a:highlight>
                  <a:srgbClr val="008080"/>
                </a:highlight>
              </a:rPr>
              <a:t>todos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os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componentes</a:t>
            </a:r>
            <a:r>
              <a:rPr lang="en-US" sz="1500" dirty="0">
                <a:highlight>
                  <a:srgbClr val="008080"/>
                </a:highlight>
              </a:rPr>
              <a:t> do </a:t>
            </a:r>
            <a:r>
              <a:rPr lang="en-US" sz="1500" dirty="0" err="1">
                <a:highlight>
                  <a:srgbClr val="008080"/>
                </a:highlight>
              </a:rPr>
              <a:t>computador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em</a:t>
            </a:r>
            <a:r>
              <a:rPr lang="en-US" sz="1500" dirty="0">
                <a:highlight>
                  <a:srgbClr val="008080"/>
                </a:highlight>
              </a:rPr>
              <a:t> tempo real.</a:t>
            </a:r>
          </a:p>
          <a:p>
            <a:pPr indent="-182880">
              <a:lnSpc>
                <a:spcPct val="104000"/>
              </a:lnSpc>
            </a:pPr>
            <a:r>
              <a:rPr lang="en-US" sz="1500" dirty="0">
                <a:highlight>
                  <a:srgbClr val="008080"/>
                </a:highlight>
              </a:rPr>
              <a:t>Sem a CPU, o </a:t>
            </a:r>
            <a:r>
              <a:rPr lang="en-US" sz="1500" dirty="0" err="1">
                <a:highlight>
                  <a:srgbClr val="008080"/>
                </a:highlight>
              </a:rPr>
              <a:t>computador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simplesmente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não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funciona</a:t>
            </a:r>
            <a:r>
              <a:rPr lang="en-US" sz="1500" dirty="0">
                <a:highlight>
                  <a:srgbClr val="008080"/>
                </a:highlight>
              </a:rPr>
              <a:t> - </a:t>
            </a:r>
            <a:r>
              <a:rPr lang="en-US" sz="1500" dirty="0" err="1">
                <a:highlight>
                  <a:srgbClr val="008080"/>
                </a:highlight>
              </a:rPr>
              <a:t>ela</a:t>
            </a:r>
            <a:r>
              <a:rPr lang="en-US" sz="1500" dirty="0">
                <a:highlight>
                  <a:srgbClr val="008080"/>
                </a:highlight>
              </a:rPr>
              <a:t> é o </a:t>
            </a:r>
            <a:r>
              <a:rPr lang="en-US" sz="1500" dirty="0" err="1">
                <a:highlight>
                  <a:srgbClr val="008080"/>
                </a:highlight>
              </a:rPr>
              <a:t>componente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mais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essencial</a:t>
            </a:r>
            <a:r>
              <a:rPr lang="en-US" sz="1500" dirty="0">
                <a:highlight>
                  <a:srgbClr val="008080"/>
                </a:highlight>
              </a:rPr>
              <a:t> de </a:t>
            </a:r>
            <a:r>
              <a:rPr lang="en-US" sz="1500" dirty="0" err="1">
                <a:highlight>
                  <a:srgbClr val="008080"/>
                </a:highlight>
              </a:rPr>
              <a:t>qualquer</a:t>
            </a:r>
            <a:r>
              <a:rPr lang="en-US" sz="1500" dirty="0">
                <a:highlight>
                  <a:srgbClr val="008080"/>
                </a:highlight>
              </a:rPr>
              <a:t> </a:t>
            </a:r>
            <a:r>
              <a:rPr lang="en-US" sz="1500" dirty="0" err="1">
                <a:highlight>
                  <a:srgbClr val="008080"/>
                </a:highlight>
              </a:rPr>
              <a:t>sistema</a:t>
            </a:r>
            <a:r>
              <a:rPr lang="en-US" sz="1500" dirty="0">
                <a:highlight>
                  <a:srgbClr val="008080"/>
                </a:highlight>
              </a:rPr>
              <a:t> digital.</a:t>
            </a:r>
          </a:p>
          <a:p>
            <a:pPr indent="-182880">
              <a:lnSpc>
                <a:spcPct val="104000"/>
              </a:lnSpc>
            </a:pPr>
            <a:endParaRPr lang="en-US" sz="1500" dirty="0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D2044551-28CD-15A5-9B21-6B37A4F80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654296" y="1387348"/>
            <a:ext cx="6155736" cy="409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52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953A2-D882-A332-8A54-0D68BF728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2"/>
                </a:solidFill>
              </a:rPr>
              <a:t>Principais Fabricantes</a:t>
            </a:r>
            <a:br>
              <a:rPr lang="pt-BR" b="1" dirty="0"/>
            </a:b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8E8BCDD-2885-9B38-510E-885D50764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7302" y="1858170"/>
            <a:ext cx="2054765" cy="45719"/>
          </a:xfrm>
        </p:spPr>
        <p:txBody>
          <a:bodyPr>
            <a:normAutofit fontScale="25000" lnSpcReduction="20000"/>
          </a:bodyPr>
          <a:lstStyle/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647364-1BF7-D327-4D5A-4FBD382DB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1872" y="3629278"/>
            <a:ext cx="4664164" cy="2817134"/>
          </a:xfrm>
        </p:spPr>
        <p:txBody>
          <a:bodyPr>
            <a:normAutofit/>
          </a:bodyPr>
          <a:lstStyle/>
          <a:p>
            <a:r>
              <a:rPr lang="pt-BR" b="1" i="1" dirty="0">
                <a:solidFill>
                  <a:srgbClr val="00B050"/>
                </a:solidFill>
              </a:rPr>
              <a:t>Intel</a:t>
            </a:r>
            <a:br>
              <a:rPr lang="pt-BR" dirty="0"/>
            </a:br>
            <a:r>
              <a:rPr lang="pt-BR" dirty="0"/>
              <a:t>A Intel é líder de mercado há décadas, sendo amplamente reconhecida por sua linha de processadores Core (i3, i5, i7 e i9). A empresa foi pioneira em diversas tecnologias, como o </a:t>
            </a:r>
            <a:r>
              <a:rPr lang="pt-BR" dirty="0" err="1"/>
              <a:t>hyper-threading</a:t>
            </a:r>
            <a:r>
              <a:rPr lang="pt-BR" dirty="0"/>
              <a:t> e a fabricação em escala nanométrica, estando presente na maioria dos computadores ao redor do mundo.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A8CD0A6-D2D3-0A7B-8A71-76EDBF3F43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6644" y="1717879"/>
            <a:ext cx="1348353" cy="73152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114A274-ABE3-1427-878A-CDAF54BEF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5966" y="3576614"/>
            <a:ext cx="4287914" cy="2817134"/>
          </a:xfrm>
        </p:spPr>
        <p:txBody>
          <a:bodyPr>
            <a:normAutofit/>
          </a:bodyPr>
          <a:lstStyle/>
          <a:p>
            <a:r>
              <a:rPr lang="pt-BR" b="1" i="1" dirty="0">
                <a:solidFill>
                  <a:srgbClr val="00B050"/>
                </a:solidFill>
              </a:rPr>
              <a:t>AMD</a:t>
            </a:r>
            <a:br>
              <a:rPr lang="pt-BR" dirty="0"/>
            </a:br>
            <a:r>
              <a:rPr lang="pt-BR" dirty="0"/>
              <a:t>A AMD é uma forte concorrente da Intel, destacando-se com sua linha de processadores </a:t>
            </a:r>
            <a:r>
              <a:rPr lang="pt-BR" dirty="0" err="1"/>
              <a:t>Ryzen</a:t>
            </a:r>
            <a:r>
              <a:rPr lang="pt-BR" dirty="0"/>
              <a:t>. A empresa ganhou grande relevância ao revolucionar o mercado com a arquitetura Zen, oferecendo alto desempenho, múltiplos núcleos e excelente custo-benefício.</a:t>
            </a:r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06B5EA9-908D-B61B-4CFA-F3DCD2CCD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095628"/>
            <a:ext cx="4287914" cy="242832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CD26B01-844C-2F16-6C0B-E777E5E68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967" y="1095628"/>
            <a:ext cx="4287914" cy="242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5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F409F899-9716-3C7C-DDB1-75DE4F10F54C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59210329"/>
              </p:ext>
            </p:extLst>
          </p:nvPr>
        </p:nvGraphicFramePr>
        <p:xfrm>
          <a:off x="1627322" y="1626312"/>
          <a:ext cx="8245100" cy="4374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76B3C3CB-3C50-009F-1CE1-1DC6068C09BC}"/>
              </a:ext>
            </a:extLst>
          </p:cNvPr>
          <p:cNvSpPr txBox="1"/>
          <p:nvPr/>
        </p:nvSpPr>
        <p:spPr>
          <a:xfrm>
            <a:off x="2944677" y="395207"/>
            <a:ext cx="6106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chemeClr val="accent2"/>
                </a:solidFill>
              </a:rPr>
              <a:t>Como Funciona a CPU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29FC63B-ECD4-2275-0C0F-57EF279D0D94}"/>
              </a:ext>
            </a:extLst>
          </p:cNvPr>
          <p:cNvSpPr txBox="1"/>
          <p:nvPr/>
        </p:nvSpPr>
        <p:spPr>
          <a:xfrm>
            <a:off x="2278250" y="918426"/>
            <a:ext cx="7470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i="1" dirty="0"/>
              <a:t>A CPU (Unidade Central de Processamento) opera em um ciclo contínuo composto por três etapas fundamentais: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6AC20A7-12FA-5452-1DC8-8F118D9D748B}"/>
              </a:ext>
            </a:extLst>
          </p:cNvPr>
          <p:cNvSpPr txBox="1"/>
          <p:nvPr/>
        </p:nvSpPr>
        <p:spPr>
          <a:xfrm>
            <a:off x="1627322" y="6001128"/>
            <a:ext cx="93454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i="1" dirty="0"/>
              <a:t>Esse ciclo ocorre milhões (ou até bilhões) de vezes por segundo, possibilitando que o computador realize tarefas complexas de forma rápida e eficiente.</a:t>
            </a:r>
          </a:p>
        </p:txBody>
      </p:sp>
    </p:spTree>
    <p:extLst>
      <p:ext uri="{BB962C8B-B14F-4D97-AF65-F5344CB8AC3E}">
        <p14:creationId xmlns:p14="http://schemas.microsoft.com/office/powerpoint/2010/main" val="286030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7D6B4-5777-C178-7143-40E2CAD3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885410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accent2"/>
                </a:solidFill>
              </a:rPr>
              <a:t>Memória Cache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E8364C44-BE20-B202-0661-756C0E53CD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735977"/>
              </p:ext>
            </p:extLst>
          </p:nvPr>
        </p:nvGraphicFramePr>
        <p:xfrm>
          <a:off x="1680713" y="2025717"/>
          <a:ext cx="8830573" cy="4600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1ECF9263-9AE6-FC7B-501E-AA0FD5E7B657}"/>
              </a:ext>
            </a:extLst>
          </p:cNvPr>
          <p:cNvSpPr txBox="1"/>
          <p:nvPr/>
        </p:nvSpPr>
        <p:spPr>
          <a:xfrm>
            <a:off x="2111651" y="993898"/>
            <a:ext cx="7968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memória cache é uma memória ultrarrápida integrada ao processador que armazena temporariamente dados frequentemente acessados, reduzindo drasticamente o tempo de espera.</a:t>
            </a:r>
          </a:p>
        </p:txBody>
      </p:sp>
    </p:spTree>
    <p:extLst>
      <p:ext uri="{BB962C8B-B14F-4D97-AF65-F5344CB8AC3E}">
        <p14:creationId xmlns:p14="http://schemas.microsoft.com/office/powerpoint/2010/main" val="2431173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A6008-7C59-DAE9-B0BA-A3437DA9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953"/>
            <a:ext cx="9054161" cy="862251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accent2"/>
                </a:solidFill>
              </a:rPr>
              <a:t>Gerações do Processador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BEEF257-C61B-0352-DD8A-78BB2BC74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6894" y="5189053"/>
            <a:ext cx="5030440" cy="387457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pt-BR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F8C8E0-6BF0-2F4C-2098-D603E170FEA5}"/>
              </a:ext>
            </a:extLst>
          </p:cNvPr>
          <p:cNvSpPr txBox="1"/>
          <p:nvPr/>
        </p:nvSpPr>
        <p:spPr>
          <a:xfrm>
            <a:off x="6096000" y="2360570"/>
            <a:ext cx="48018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🔹 </a:t>
            </a:r>
            <a:r>
              <a:rPr lang="pt-BR" dirty="0">
                <a:solidFill>
                  <a:srgbClr val="00B050"/>
                </a:solidFill>
              </a:rPr>
              <a:t>Core i7</a:t>
            </a:r>
          </a:p>
          <a:p>
            <a:r>
              <a:rPr lang="pt-BR" dirty="0">
                <a:highlight>
                  <a:srgbClr val="008080"/>
                </a:highlight>
              </a:rPr>
              <a:t>Alto desempenho </a:t>
            </a:r>
          </a:p>
          <a:p>
            <a:r>
              <a:rPr lang="pt-BR" dirty="0">
                <a:highlight>
                  <a:srgbClr val="008080"/>
                </a:highlight>
              </a:rPr>
              <a:t>6 a 8 núcleos </a:t>
            </a:r>
          </a:p>
          <a:p>
            <a:r>
              <a:rPr lang="pt-BR" dirty="0">
                <a:highlight>
                  <a:srgbClr val="008080"/>
                </a:highlight>
              </a:rPr>
              <a:t>Ideal para jogos e programas mais pesados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solidFill>
                  <a:srgbClr val="00B050"/>
                </a:solidFill>
              </a:rPr>
              <a:t>🔹 Core i9</a:t>
            </a:r>
          </a:p>
          <a:p>
            <a:r>
              <a:rPr lang="pt-BR" dirty="0">
                <a:highlight>
                  <a:srgbClr val="008080"/>
                </a:highlight>
              </a:rPr>
              <a:t>Premium / máximo desempenho </a:t>
            </a:r>
          </a:p>
          <a:p>
            <a:r>
              <a:rPr lang="pt-BR" dirty="0">
                <a:highlight>
                  <a:srgbClr val="008080"/>
                </a:highlight>
              </a:rPr>
              <a:t>8 a 16 núcleos ou mais </a:t>
            </a:r>
          </a:p>
          <a:p>
            <a:r>
              <a:rPr lang="pt-BR" dirty="0">
                <a:highlight>
                  <a:srgbClr val="008080"/>
                </a:highlight>
              </a:rPr>
              <a:t>Indicado para uso profissional (edição, projetos)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A619AF-B87F-735E-A728-B09CB427CE68}"/>
              </a:ext>
            </a:extLst>
          </p:cNvPr>
          <p:cNvSpPr txBox="1"/>
          <p:nvPr/>
        </p:nvSpPr>
        <p:spPr>
          <a:xfrm>
            <a:off x="1158033" y="2360570"/>
            <a:ext cx="49379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🔹 </a:t>
            </a:r>
            <a:r>
              <a:rPr lang="pt-BR" dirty="0">
                <a:solidFill>
                  <a:srgbClr val="00B050"/>
                </a:solidFill>
              </a:rPr>
              <a:t>Core i3</a:t>
            </a:r>
          </a:p>
          <a:p>
            <a:r>
              <a:rPr lang="pt-BR" dirty="0">
                <a:highlight>
                  <a:srgbClr val="008080"/>
                </a:highlight>
              </a:rPr>
              <a:t>Entrada (básico) </a:t>
            </a:r>
          </a:p>
          <a:p>
            <a:r>
              <a:rPr lang="pt-BR" dirty="0">
                <a:highlight>
                  <a:srgbClr val="008080"/>
                </a:highlight>
              </a:rPr>
              <a:t>2 a 4 núcleos </a:t>
            </a:r>
          </a:p>
          <a:p>
            <a:r>
              <a:rPr lang="pt-BR" dirty="0">
                <a:highlight>
                  <a:srgbClr val="008080"/>
                </a:highlight>
              </a:rPr>
              <a:t>Indicado para tarefas simples (internet, estudos, vídeos) </a:t>
            </a:r>
          </a:p>
          <a:p>
            <a:endParaRPr lang="pt-BR" dirty="0"/>
          </a:p>
          <a:p>
            <a:r>
              <a:rPr lang="pt-BR" dirty="0"/>
              <a:t>🔹 </a:t>
            </a:r>
            <a:r>
              <a:rPr lang="pt-BR" dirty="0">
                <a:solidFill>
                  <a:srgbClr val="00B050"/>
                </a:solidFill>
              </a:rPr>
              <a:t>Core i5</a:t>
            </a:r>
          </a:p>
          <a:p>
            <a:r>
              <a:rPr lang="pt-BR" dirty="0">
                <a:highlight>
                  <a:srgbClr val="008080"/>
                </a:highlight>
              </a:rPr>
              <a:t>Intermediário </a:t>
            </a:r>
          </a:p>
          <a:p>
            <a:r>
              <a:rPr lang="pt-BR" dirty="0">
                <a:highlight>
                  <a:srgbClr val="008080"/>
                </a:highlight>
              </a:rPr>
              <a:t>4 a 6 núcleos </a:t>
            </a:r>
          </a:p>
          <a:p>
            <a:r>
              <a:rPr lang="pt-BR" dirty="0">
                <a:highlight>
                  <a:srgbClr val="008080"/>
                </a:highlight>
              </a:rPr>
              <a:t>Bom para multitarefa e uso geral </a:t>
            </a:r>
          </a:p>
          <a:p>
            <a:r>
              <a:rPr lang="pt-BR" dirty="0" err="1">
                <a:highlight>
                  <a:srgbClr val="008080"/>
                </a:highlight>
              </a:rPr>
              <a:t>esados</a:t>
            </a:r>
            <a:r>
              <a:rPr lang="pt-BR" dirty="0">
                <a:highlight>
                  <a:srgbClr val="008080"/>
                </a:highlight>
              </a:rPr>
              <a:t>)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5E52F5-8473-7164-821F-417DD4DC09B9}"/>
              </a:ext>
            </a:extLst>
          </p:cNvPr>
          <p:cNvSpPr txBox="1"/>
          <p:nvPr/>
        </p:nvSpPr>
        <p:spPr>
          <a:xfrm>
            <a:off x="1158033" y="5668465"/>
            <a:ext cx="9692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Os núcleos do processador funcionam como “mini processadores”, capazes de executar tarefas simultaneamente. Quanto maior a quantidade de núcleos, melhor será o desempenho em multitarefa e em programas mais pesados.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918FA0-8D6F-3F15-E926-576CAE122C99}"/>
              </a:ext>
            </a:extLst>
          </p:cNvPr>
          <p:cNvSpPr txBox="1"/>
          <p:nvPr/>
        </p:nvSpPr>
        <p:spPr>
          <a:xfrm>
            <a:off x="1261872" y="1189535"/>
            <a:ext cx="90541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cada nova geração de processadores, há melhorias no desempenho, tornando-os mais rápidos, além de maior eficiência energética, com menor consumo de energia, e avanços na tecnologia de fabricação, tornando-os mais modernos e eficientes.</a:t>
            </a:r>
          </a:p>
        </p:txBody>
      </p:sp>
    </p:spTree>
    <p:extLst>
      <p:ext uri="{BB962C8B-B14F-4D97-AF65-F5344CB8AC3E}">
        <p14:creationId xmlns:p14="http://schemas.microsoft.com/office/powerpoint/2010/main" val="312165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E76D6-376F-7084-E43F-786630A3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Desempenho: GHz e </a:t>
            </a:r>
            <a:r>
              <a:rPr lang="pt-BR" dirty="0" err="1">
                <a:solidFill>
                  <a:schemeClr val="accent2"/>
                </a:solidFill>
              </a:rPr>
              <a:t>Núcles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96DD93-04F2-69D1-688E-B55F687AC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834128" cy="5029200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rgbClr val="00B050"/>
                </a:solidFill>
              </a:rPr>
              <a:t>GHz (</a:t>
            </a:r>
            <a:r>
              <a:rPr lang="pt-BR" dirty="0" err="1">
                <a:solidFill>
                  <a:srgbClr val="00B050"/>
                </a:solidFill>
              </a:rPr>
              <a:t>Gigahertz</a:t>
            </a:r>
            <a:r>
              <a:rPr lang="pt-BR" dirty="0">
                <a:solidFill>
                  <a:srgbClr val="00B050"/>
                </a:solidFill>
              </a:rPr>
              <a:t>)</a:t>
            </a:r>
          </a:p>
          <a:p>
            <a:pPr marL="0" indent="0">
              <a:buNone/>
            </a:pPr>
            <a:r>
              <a:rPr lang="pt-BR" dirty="0"/>
              <a:t>Representa a velocidade de </a:t>
            </a:r>
            <a:r>
              <a:rPr lang="pt-BR" dirty="0" err="1"/>
              <a:t>clock</a:t>
            </a:r>
            <a:r>
              <a:rPr lang="pt-BR" dirty="0"/>
              <a:t> do processador, ou seja, quantos ciclos ele executa por segundo. Por exemplo, um processador de 3,5 GHz realiza bilhões de ciclos por segundo. Quanto maior o GHz, maior tende a ser a velocidade em tarefas simples ou que utilizam apenas um núcleo (single-thread). Porém, o GHz sozinho não define todo o desempenho.</a:t>
            </a:r>
          </a:p>
          <a:p>
            <a:r>
              <a:rPr lang="pt-BR" dirty="0">
                <a:solidFill>
                  <a:srgbClr val="00B050"/>
                </a:solidFill>
              </a:rPr>
              <a:t>Núcleos</a:t>
            </a:r>
          </a:p>
          <a:p>
            <a:pPr marL="0" indent="0">
              <a:buNone/>
            </a:pPr>
            <a:r>
              <a:rPr lang="pt-BR" dirty="0"/>
              <a:t>São unidades de processamento independentes dentro do processador. Cada núcleo pode executar tarefas simultaneamente, permitindo que o sistema realize várias atividades ao mesmo tempo. Quanto mais núcleos, melhor será o desempenho em multitarefa e em programas pesados, como jogos e edição de vídeo.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245876-BFC5-165B-1F56-510C18837187}"/>
              </a:ext>
            </a:extLst>
          </p:cNvPr>
          <p:cNvSpPr txBox="1"/>
          <p:nvPr/>
        </p:nvSpPr>
        <p:spPr>
          <a:xfrm>
            <a:off x="6651171" y="1828800"/>
            <a:ext cx="38426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CPU com mais GHz e menos núcleos</a:t>
            </a:r>
          </a:p>
          <a:p>
            <a:endParaRPr lang="pt-BR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Melhor para tarefas simples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Mais rápida em atividades únicas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Exemplo: abrir programas, navegação</a:t>
            </a:r>
          </a:p>
          <a:p>
            <a:endParaRPr lang="pt-BR" dirty="0"/>
          </a:p>
          <a:p>
            <a:r>
              <a:rPr lang="pt-BR" dirty="0">
                <a:solidFill>
                  <a:srgbClr val="00B050"/>
                </a:solidFill>
              </a:rPr>
              <a:t>CPU com menos GHz e mais núcleos</a:t>
            </a:r>
          </a:p>
          <a:p>
            <a:endParaRPr lang="pt-BR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Melhor para multitarefa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Melhor em programas pesados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Exemplo: jogos, edição, renderização</a:t>
            </a:r>
          </a:p>
        </p:txBody>
      </p:sp>
    </p:spTree>
    <p:extLst>
      <p:ext uri="{BB962C8B-B14F-4D97-AF65-F5344CB8AC3E}">
        <p14:creationId xmlns:p14="http://schemas.microsoft.com/office/powerpoint/2010/main" val="31185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F06AC-304C-F7EB-023F-C25041D4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690425" cy="1325562"/>
          </a:xfrm>
        </p:spPr>
        <p:txBody>
          <a:bodyPr>
            <a:normAutofit/>
          </a:bodyPr>
          <a:lstStyle/>
          <a:p>
            <a:r>
              <a:rPr lang="pt-BR" sz="2700" b="1" dirty="0">
                <a:solidFill>
                  <a:schemeClr val="accent2"/>
                </a:solidFill>
              </a:rPr>
              <a:t>Temperatura e Refrigeração</a:t>
            </a:r>
            <a:br>
              <a:rPr lang="pt-BR" sz="2700" b="1" dirty="0"/>
            </a:br>
            <a:endParaRPr lang="pt-BR" sz="27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E43FB2-4654-EB94-8B83-5F6C2582B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31" y="1936955"/>
            <a:ext cx="3690425" cy="4243182"/>
          </a:xfrm>
        </p:spPr>
        <p:txBody>
          <a:bodyPr>
            <a:normAutofit/>
          </a:bodyPr>
          <a:lstStyle/>
          <a:p>
            <a:r>
              <a:rPr lang="pt-BR" sz="1600">
                <a:highlight>
                  <a:srgbClr val="008080"/>
                </a:highlight>
              </a:rPr>
              <a:t>Durante o trabalho intenso, a CPU (processador) </a:t>
            </a:r>
            <a:r>
              <a:rPr lang="pt-BR" sz="1600" b="1">
                <a:highlight>
                  <a:srgbClr val="008080"/>
                </a:highlight>
              </a:rPr>
              <a:t>esquenta muito</a:t>
            </a:r>
            <a:r>
              <a:rPr lang="pt-BR" sz="1600">
                <a:highlight>
                  <a:srgbClr val="008080"/>
                </a:highlight>
              </a:rPr>
              <a:t> - podendo ultrapassar 90°C!</a:t>
            </a:r>
          </a:p>
          <a:p>
            <a:r>
              <a:rPr lang="pt-BR" sz="1600">
                <a:highlight>
                  <a:srgbClr val="008080"/>
                </a:highlight>
              </a:rPr>
              <a:t>Por isso, precisa de um </a:t>
            </a:r>
            <a:r>
              <a:rPr lang="pt-BR" sz="1600" b="1">
                <a:highlight>
                  <a:srgbClr val="008080"/>
                </a:highlight>
              </a:rPr>
              <a:t>cooler</a:t>
            </a:r>
            <a:r>
              <a:rPr lang="pt-BR" sz="1600">
                <a:highlight>
                  <a:srgbClr val="008080"/>
                </a:highlight>
              </a:rPr>
              <a:t> (ventoinha) para dissipar o calor e manter a temperatura segura.</a:t>
            </a:r>
          </a:p>
          <a:p>
            <a:r>
              <a:rPr lang="pt-BR" sz="1600">
                <a:highlight>
                  <a:srgbClr val="008080"/>
                </a:highlight>
              </a:rPr>
              <a:t>O resfriamento pode ser por </a:t>
            </a:r>
            <a:r>
              <a:rPr lang="pt-BR" sz="1600" b="1">
                <a:highlight>
                  <a:srgbClr val="008080"/>
                </a:highlight>
              </a:rPr>
              <a:t>ar</a:t>
            </a:r>
            <a:r>
              <a:rPr lang="pt-BR" sz="1600">
                <a:highlight>
                  <a:srgbClr val="008080"/>
                </a:highlight>
              </a:rPr>
              <a:t> (cooler comum) ou por </a:t>
            </a:r>
            <a:r>
              <a:rPr lang="pt-BR" sz="1600" b="1">
                <a:highlight>
                  <a:srgbClr val="008080"/>
                </a:highlight>
              </a:rPr>
              <a:t>água</a:t>
            </a:r>
            <a:r>
              <a:rPr lang="pt-BR" sz="1600">
                <a:highlight>
                  <a:srgbClr val="008080"/>
                </a:highlight>
              </a:rPr>
              <a:t> (sistemas mais avançados para gamers).</a:t>
            </a:r>
          </a:p>
          <a:p>
            <a:endParaRPr lang="pt-BR" sz="1600"/>
          </a:p>
        </p:txBody>
      </p:sp>
      <p:pic>
        <p:nvPicPr>
          <p:cNvPr id="1026" name="Picture 2" descr="O que é cooler? Veja tipos e saiba importância no computador">
            <a:extLst>
              <a:ext uri="{FF2B5EF4-FFF2-40B4-BE49-F238E27FC236}">
                <a16:creationId xmlns:a16="http://schemas.microsoft.com/office/drawing/2014/main" id="{D9C1BCBC-7CFD-F6FE-2480-601CD0DF8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702830"/>
            <a:ext cx="6155736" cy="346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700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12456-3A2B-819D-DCBB-C6D38ED2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8595360" cy="1325562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accent2"/>
                </a:solidFill>
              </a:rPr>
              <a:t>Quiz Interativo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D44B74-FA81-FC94-EA68-483AF8B5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: Cantos Arredondados 3">
            <a:hlinkClick r:id="rId2" action="ppaction://hlinksldjump"/>
            <a:extLst>
              <a:ext uri="{FF2B5EF4-FFF2-40B4-BE49-F238E27FC236}">
                <a16:creationId xmlns:a16="http://schemas.microsoft.com/office/drawing/2014/main" id="{77ECCF45-815D-8F28-16B1-7A7B0D972973}"/>
              </a:ext>
            </a:extLst>
          </p:cNvPr>
          <p:cNvSpPr/>
          <p:nvPr/>
        </p:nvSpPr>
        <p:spPr>
          <a:xfrm>
            <a:off x="1679448" y="2590941"/>
            <a:ext cx="7845552" cy="793084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A)</a:t>
            </a:r>
            <a:r>
              <a:rPr lang="pt-BR" dirty="0"/>
              <a:t> Armazenar permanentemente todos os arquivos do computador.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367BF21-6D93-0D88-FB10-21312DD0C300}"/>
              </a:ext>
            </a:extLst>
          </p:cNvPr>
          <p:cNvSpPr/>
          <p:nvPr/>
        </p:nvSpPr>
        <p:spPr>
          <a:xfrm>
            <a:off x="1261872" y="1691322"/>
            <a:ext cx="8595360" cy="8324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Qual é a função da memória cache em um processador?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4F66F47-179D-CA46-CA46-BF89F81A892B}"/>
              </a:ext>
            </a:extLst>
          </p:cNvPr>
          <p:cNvSpPr/>
          <p:nvPr/>
        </p:nvSpPr>
        <p:spPr>
          <a:xfrm>
            <a:off x="1679448" y="3521503"/>
            <a:ext cx="7845552" cy="926592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B)</a:t>
            </a:r>
            <a:r>
              <a:rPr lang="pt-BR" dirty="0"/>
              <a:t> Guardar temporariamente dados e instruções usados com frequência para acelerar o processamento.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ED16A07-51C0-B039-54AB-7791CCAACDE7}"/>
              </a:ext>
            </a:extLst>
          </p:cNvPr>
          <p:cNvSpPr/>
          <p:nvPr/>
        </p:nvSpPr>
        <p:spPr>
          <a:xfrm>
            <a:off x="1679448" y="4585573"/>
            <a:ext cx="7845552" cy="926592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/>
              <a:t>C)</a:t>
            </a:r>
            <a:r>
              <a:rPr lang="pt-BR"/>
              <a:t> Resfriar o processador durante tarefas pesadas.</a:t>
            </a:r>
          </a:p>
        </p:txBody>
      </p:sp>
    </p:spTree>
    <p:extLst>
      <p:ext uri="{BB962C8B-B14F-4D97-AF65-F5344CB8AC3E}">
        <p14:creationId xmlns:p14="http://schemas.microsoft.com/office/powerpoint/2010/main" val="283522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440E-4CBE-CEA2-1D66-C5A1712C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08F6D-38CD-05BC-F9B8-2555A73E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8595360" cy="1325562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accent2"/>
                </a:solidFill>
              </a:rPr>
              <a:t>Quiz Interativo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7BE37-5AAD-221F-1014-F01BDC9ED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: Cantos Arredondados 3">
            <a:hlinkClick r:id="rId2" action="ppaction://hlinksldjump"/>
            <a:extLst>
              <a:ext uri="{FF2B5EF4-FFF2-40B4-BE49-F238E27FC236}">
                <a16:creationId xmlns:a16="http://schemas.microsoft.com/office/drawing/2014/main" id="{EFEC8C9D-D1AA-BD61-D2BA-3F6FFAF6F400}"/>
              </a:ext>
            </a:extLst>
          </p:cNvPr>
          <p:cNvSpPr/>
          <p:nvPr/>
        </p:nvSpPr>
        <p:spPr>
          <a:xfrm>
            <a:off x="1679448" y="2590941"/>
            <a:ext cx="7845552" cy="79308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A)</a:t>
            </a:r>
            <a:r>
              <a:rPr lang="pt-BR" dirty="0">
                <a:solidFill>
                  <a:schemeClr val="tx1"/>
                </a:solidFill>
              </a:rPr>
              <a:t> Armazenar permanentemente todos os arquivos do computador.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F91DE1D-118A-CFFD-BB32-63708FA0F775}"/>
              </a:ext>
            </a:extLst>
          </p:cNvPr>
          <p:cNvSpPr/>
          <p:nvPr/>
        </p:nvSpPr>
        <p:spPr>
          <a:xfrm>
            <a:off x="1261872" y="1691322"/>
            <a:ext cx="8595360" cy="8324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Qual é a função da memória cache em um processador?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623CD5F-A67B-0800-B12A-EE0BD6D265FB}"/>
              </a:ext>
            </a:extLst>
          </p:cNvPr>
          <p:cNvSpPr/>
          <p:nvPr/>
        </p:nvSpPr>
        <p:spPr>
          <a:xfrm>
            <a:off x="1679448" y="3521503"/>
            <a:ext cx="7845552" cy="92659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2">
                    <a:lumMod val="10000"/>
                  </a:schemeClr>
                </a:solidFill>
              </a:rPr>
              <a:t>B)</a:t>
            </a:r>
            <a:r>
              <a:rPr lang="pt-BR" dirty="0">
                <a:solidFill>
                  <a:schemeClr val="tx2">
                    <a:lumMod val="10000"/>
                  </a:schemeClr>
                </a:solidFill>
              </a:rPr>
              <a:t> Guardar temporariamente dados e instruções usados com frequência para acelerar o processamento.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C149FEF-4F68-E642-F9CC-D2FB00956DB4}"/>
              </a:ext>
            </a:extLst>
          </p:cNvPr>
          <p:cNvSpPr/>
          <p:nvPr/>
        </p:nvSpPr>
        <p:spPr>
          <a:xfrm>
            <a:off x="1679448" y="4585573"/>
            <a:ext cx="7845552" cy="92659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C)</a:t>
            </a:r>
            <a:r>
              <a:rPr lang="pt-BR" dirty="0"/>
              <a:t> Resfriar o processador durante tarefas pesadas.</a:t>
            </a:r>
          </a:p>
        </p:txBody>
      </p:sp>
    </p:spTree>
    <p:extLst>
      <p:ext uri="{BB962C8B-B14F-4D97-AF65-F5344CB8AC3E}">
        <p14:creationId xmlns:p14="http://schemas.microsoft.com/office/powerpoint/2010/main" val="3926556839"/>
      </p:ext>
    </p:extLst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Verde-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Exibir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ibir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160</TotalTime>
  <Words>906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Century Schoolbook</vt:lpstr>
      <vt:lpstr>Wingdings 2</vt:lpstr>
      <vt:lpstr>Exibir</vt:lpstr>
      <vt:lpstr>MISSÃO PROCESSADOR</vt:lpstr>
      <vt:lpstr>O que é um processador?</vt:lpstr>
      <vt:lpstr>Principais Fabricantes </vt:lpstr>
      <vt:lpstr>Apresentação do PowerPoint</vt:lpstr>
      <vt:lpstr>Memória Cache</vt:lpstr>
      <vt:lpstr>Gerações do Processador</vt:lpstr>
      <vt:lpstr>Desempenho: GHz e Núcles</vt:lpstr>
      <vt:lpstr>Temperatura e Refrigeração </vt:lpstr>
      <vt:lpstr>Quiz Interativo</vt:lpstr>
      <vt:lpstr>Quiz Interativo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Ananias Alves</dc:creator>
  <cp:lastModifiedBy>Miguel Ananias Alves</cp:lastModifiedBy>
  <cp:revision>4</cp:revision>
  <dcterms:created xsi:type="dcterms:W3CDTF">2026-04-06T20:19:51Z</dcterms:created>
  <dcterms:modified xsi:type="dcterms:W3CDTF">2026-06-01T20:12:37Z</dcterms:modified>
</cp:coreProperties>
</file>